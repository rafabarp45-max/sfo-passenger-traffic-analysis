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
  </p:notesMasterIdLst>
  <p:sldIdLst>
    <p:sldId id="257" r:id="rId2"/>
  </p:sldIdLst>
  <p:sldSz cx="42808525" cy="30279975"/>
  <p:notesSz cx="6769100" cy="9906000"/>
  <p:defaultTextStyle>
    <a:defPPr>
      <a:defRPr lang="en-GB"/>
    </a:defPPr>
    <a:lvl1pPr algn="l" rtl="0" eaLnBrk="0" fontAlgn="base" hangingPunct="0">
      <a:spcBef>
        <a:spcPct val="0"/>
      </a:spcBef>
      <a:spcAft>
        <a:spcPct val="0"/>
      </a:spcAft>
      <a:defRPr sz="2300" kern="1200">
        <a:solidFill>
          <a:schemeClr val="tx1"/>
        </a:solidFill>
        <a:latin typeface="Arial" panose="020B0604020202020204" pitchFamily="34" charset="0"/>
        <a:ea typeface="MS PGothic" panose="020B0600070205080204" pitchFamily="34" charset="-128"/>
        <a:cs typeface="+mn-cs"/>
      </a:defRPr>
    </a:lvl1pPr>
    <a:lvl2pPr marL="457200" algn="l" rtl="0" eaLnBrk="0" fontAlgn="base" hangingPunct="0">
      <a:spcBef>
        <a:spcPct val="0"/>
      </a:spcBef>
      <a:spcAft>
        <a:spcPct val="0"/>
      </a:spcAft>
      <a:defRPr sz="2300" kern="1200">
        <a:solidFill>
          <a:schemeClr val="tx1"/>
        </a:solidFill>
        <a:latin typeface="Arial" panose="020B0604020202020204" pitchFamily="34" charset="0"/>
        <a:ea typeface="MS PGothic" panose="020B0600070205080204" pitchFamily="34" charset="-128"/>
        <a:cs typeface="+mn-cs"/>
      </a:defRPr>
    </a:lvl2pPr>
    <a:lvl3pPr marL="914400" algn="l" rtl="0" eaLnBrk="0" fontAlgn="base" hangingPunct="0">
      <a:spcBef>
        <a:spcPct val="0"/>
      </a:spcBef>
      <a:spcAft>
        <a:spcPct val="0"/>
      </a:spcAft>
      <a:defRPr sz="2300" kern="1200">
        <a:solidFill>
          <a:schemeClr val="tx1"/>
        </a:solidFill>
        <a:latin typeface="Arial" panose="020B0604020202020204" pitchFamily="34" charset="0"/>
        <a:ea typeface="MS PGothic" panose="020B0600070205080204" pitchFamily="34" charset="-128"/>
        <a:cs typeface="+mn-cs"/>
      </a:defRPr>
    </a:lvl3pPr>
    <a:lvl4pPr marL="1371600" algn="l" rtl="0" eaLnBrk="0" fontAlgn="base" hangingPunct="0">
      <a:spcBef>
        <a:spcPct val="0"/>
      </a:spcBef>
      <a:spcAft>
        <a:spcPct val="0"/>
      </a:spcAft>
      <a:defRPr sz="2300" kern="1200">
        <a:solidFill>
          <a:schemeClr val="tx1"/>
        </a:solidFill>
        <a:latin typeface="Arial" panose="020B0604020202020204" pitchFamily="34" charset="0"/>
        <a:ea typeface="MS PGothic" panose="020B0600070205080204" pitchFamily="34" charset="-128"/>
        <a:cs typeface="+mn-cs"/>
      </a:defRPr>
    </a:lvl4pPr>
    <a:lvl5pPr marL="1828800" algn="l" rtl="0" eaLnBrk="0" fontAlgn="base" hangingPunct="0">
      <a:spcBef>
        <a:spcPct val="0"/>
      </a:spcBef>
      <a:spcAft>
        <a:spcPct val="0"/>
      </a:spcAft>
      <a:defRPr sz="2300" kern="1200">
        <a:solidFill>
          <a:schemeClr val="tx1"/>
        </a:solidFill>
        <a:latin typeface="Arial" panose="020B0604020202020204" pitchFamily="34" charset="0"/>
        <a:ea typeface="MS PGothic" panose="020B0600070205080204" pitchFamily="34" charset="-128"/>
        <a:cs typeface="+mn-cs"/>
      </a:defRPr>
    </a:lvl5pPr>
    <a:lvl6pPr marL="2286000" algn="l" defTabSz="914400" rtl="0" eaLnBrk="1" latinLnBrk="0" hangingPunct="1">
      <a:defRPr sz="2300" kern="1200">
        <a:solidFill>
          <a:schemeClr val="tx1"/>
        </a:solidFill>
        <a:latin typeface="Arial" panose="020B0604020202020204" pitchFamily="34" charset="0"/>
        <a:ea typeface="MS PGothic" panose="020B0600070205080204" pitchFamily="34" charset="-128"/>
        <a:cs typeface="+mn-cs"/>
      </a:defRPr>
    </a:lvl6pPr>
    <a:lvl7pPr marL="2743200" algn="l" defTabSz="914400" rtl="0" eaLnBrk="1" latinLnBrk="0" hangingPunct="1">
      <a:defRPr sz="2300" kern="1200">
        <a:solidFill>
          <a:schemeClr val="tx1"/>
        </a:solidFill>
        <a:latin typeface="Arial" panose="020B0604020202020204" pitchFamily="34" charset="0"/>
        <a:ea typeface="MS PGothic" panose="020B0600070205080204" pitchFamily="34" charset="-128"/>
        <a:cs typeface="+mn-cs"/>
      </a:defRPr>
    </a:lvl7pPr>
    <a:lvl8pPr marL="3200400" algn="l" defTabSz="914400" rtl="0" eaLnBrk="1" latinLnBrk="0" hangingPunct="1">
      <a:defRPr sz="2300" kern="1200">
        <a:solidFill>
          <a:schemeClr val="tx1"/>
        </a:solidFill>
        <a:latin typeface="Arial" panose="020B0604020202020204" pitchFamily="34" charset="0"/>
        <a:ea typeface="MS PGothic" panose="020B0600070205080204" pitchFamily="34" charset="-128"/>
        <a:cs typeface="+mn-cs"/>
      </a:defRPr>
    </a:lvl8pPr>
    <a:lvl9pPr marL="3657600" algn="l" defTabSz="914400" rtl="0" eaLnBrk="1" latinLnBrk="0" hangingPunct="1">
      <a:defRPr sz="2300" kern="1200">
        <a:solidFill>
          <a:schemeClr val="tx1"/>
        </a:solidFill>
        <a:latin typeface="Arial" panose="020B0604020202020204" pitchFamily="34" charset="0"/>
        <a:ea typeface="MS PGothic" panose="020B0600070205080204" pitchFamily="34" charset="-128"/>
        <a:cs typeface="+mn-cs"/>
      </a:defRPr>
    </a:lvl9pPr>
  </p:defaultTextStyle>
  <p:extLst>
    <p:ext uri="{EFAFB233-063F-42B5-8137-9DF3F51BA10A}">
      <p15:sldGuideLst xmlns:p15="http://schemas.microsoft.com/office/powerpoint/2012/main">
        <p15:guide id="1" orient="horz" pos="1675">
          <p15:clr>
            <a:srgbClr val="A4A3A4"/>
          </p15:clr>
        </p15:guide>
        <p15:guide id="2" orient="horz" pos="17995">
          <p15:clr>
            <a:srgbClr val="A4A3A4"/>
          </p15:clr>
        </p15:guide>
        <p15:guide id="3" orient="horz" pos="4029">
          <p15:clr>
            <a:srgbClr val="A4A3A4"/>
          </p15:clr>
        </p15:guide>
        <p15:guide id="4" orient="horz" pos="576">
          <p15:clr>
            <a:srgbClr val="A4A3A4"/>
          </p15:clr>
        </p15:guide>
        <p15:guide id="5" orient="horz" pos="3211">
          <p15:clr>
            <a:srgbClr val="A4A3A4"/>
          </p15:clr>
        </p15:guide>
        <p15:guide id="6" pos="17486">
          <p15:clr>
            <a:srgbClr val="A4A3A4"/>
          </p15:clr>
        </p15:guide>
        <p15:guide id="7" pos="8712">
          <p15:clr>
            <a:srgbClr val="A4A3A4"/>
          </p15:clr>
        </p15:guide>
        <p15:guide id="8" pos="26278">
          <p15:clr>
            <a:srgbClr val="A4A3A4"/>
          </p15:clr>
        </p15:guide>
        <p15:guide id="9" pos="654">
          <p15:clr>
            <a:srgbClr val="A4A3A4"/>
          </p15:clr>
        </p15:guide>
        <p15:guide id="10" pos="18284">
          <p15:clr>
            <a:srgbClr val="A4A3A4"/>
          </p15:clr>
        </p15:guide>
        <p15:guide id="11" pos="13667">
          <p15:clr>
            <a:srgbClr val="A4A3A4"/>
          </p15:clr>
        </p15:guide>
        <p15:guide id="12" pos="9511">
          <p15:clr>
            <a:srgbClr val="A4A3A4"/>
          </p15:clr>
        </p15:guide>
        <p15:guide id="13" pos="13284">
          <p15:clr>
            <a:srgbClr val="A4A3A4"/>
          </p15:clr>
        </p15:guide>
      </p15:sldGuideLst>
    </p:ext>
    <p:ext uri="{2D200454-40CA-4A62-9FC3-DE9A4176ACB9}">
      <p15:notesGuideLst xmlns:p15="http://schemas.microsoft.com/office/powerpoint/2012/main">
        <p15:guide id="1" orient="horz" pos="3120">
          <p15:clr>
            <a:srgbClr val="A4A3A4"/>
          </p15:clr>
        </p15:guide>
        <p15:guide id="2" pos="2132">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scaleToFitPaper="1"/>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46F890A9-2807-4EBB-B81D-B2AA78EC7F39}" styleName="Dark Style 2 - Accent 5/Accent 6">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5">
              <a:tint val="20000"/>
            </a:schemeClr>
          </a:solidFill>
        </a:fill>
      </a:tcStyle>
    </a:lastRow>
    <a:firstRow>
      <a:tcTxStyle b="on">
        <a:fontRef idx="minor">
          <a:scrgbClr r="0" g="0" b="0"/>
        </a:fontRef>
        <a:schemeClr val="lt1"/>
      </a:tcTxStyle>
      <a:tcStyle>
        <a:tcBdr/>
        <a:fill>
          <a:solidFill>
            <a:schemeClr val="accent6"/>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9606"/>
    <p:restoredTop sz="94682"/>
  </p:normalViewPr>
  <p:slideViewPr>
    <p:cSldViewPr snapToGrid="0">
      <p:cViewPr>
        <p:scale>
          <a:sx n="62" d="100"/>
          <a:sy n="62" d="100"/>
        </p:scale>
        <p:origin x="-7472" y="-136"/>
      </p:cViewPr>
      <p:guideLst>
        <p:guide orient="horz" pos="1675"/>
        <p:guide orient="horz" pos="17995"/>
        <p:guide orient="horz" pos="4029"/>
        <p:guide orient="horz" pos="576"/>
        <p:guide orient="horz" pos="3211"/>
        <p:guide pos="17486"/>
        <p:guide pos="8712"/>
        <p:guide pos="26278"/>
        <p:guide pos="654"/>
        <p:guide pos="18284"/>
        <p:guide pos="13667"/>
        <p:guide pos="9511"/>
        <p:guide pos="13284"/>
      </p:guideLst>
    </p:cSldViewPr>
  </p:slideViewPr>
  <p:outlineViewPr>
    <p:cViewPr>
      <p:scale>
        <a:sx n="33" d="100"/>
        <a:sy n="33" d="100"/>
      </p:scale>
      <p:origin x="0" y="0"/>
    </p:cViewPr>
  </p:outlineViewPr>
  <p:notesTextViewPr>
    <p:cViewPr>
      <p:scale>
        <a:sx n="100" d="100"/>
        <a:sy n="100" d="100"/>
      </p:scale>
      <p:origin x="0" y="0"/>
    </p:cViewPr>
  </p:notesTextViewPr>
  <p:notesViewPr>
    <p:cSldViewPr snapToGrid="0">
      <p:cViewPr varScale="1">
        <p:scale>
          <a:sx n="91" d="100"/>
          <a:sy n="91" d="100"/>
        </p:scale>
        <p:origin x="-2704" y="-104"/>
      </p:cViewPr>
      <p:guideLst>
        <p:guide orient="horz" pos="3120"/>
        <p:guide pos="2132"/>
      </p:guideLst>
    </p:cSldViewPr>
  </p:notesViewPr>
  <p:gridSpacing cx="72008" cy="72008"/>
</p:viewPr>
</file>

<file path=ppt/_rels/presentation.xml.rels><?xml version="1.0" encoding="UTF-8" standalone="yes"?>
<Relationships xmlns="http://schemas.openxmlformats.org/package/2006/relationships"><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3FDD24E9-A7D2-BFC5-95C7-1073AEAC4102}"/>
              </a:ext>
            </a:extLst>
          </p:cNvPr>
          <p:cNvSpPr>
            <a:spLocks noGrp="1"/>
          </p:cNvSpPr>
          <p:nvPr>
            <p:ph type="hdr" sz="quarter"/>
          </p:nvPr>
        </p:nvSpPr>
        <p:spPr>
          <a:xfrm>
            <a:off x="0" y="0"/>
            <a:ext cx="2933700" cy="495300"/>
          </a:xfrm>
          <a:prstGeom prst="rect">
            <a:avLst/>
          </a:prstGeom>
        </p:spPr>
        <p:txBody>
          <a:bodyPr vert="horz" lIns="91440" tIns="45720" rIns="91440" bIns="45720" rtlCol="0"/>
          <a:lstStyle>
            <a:lvl1pPr algn="l">
              <a:defRPr sz="1200">
                <a:latin typeface="Arial" charset="0"/>
                <a:ea typeface="ＭＳ Ｐゴシック" charset="0"/>
                <a:cs typeface="ＭＳ Ｐゴシック" charset="0"/>
              </a:defRPr>
            </a:lvl1pPr>
          </a:lstStyle>
          <a:p>
            <a:pPr>
              <a:defRPr/>
            </a:pPr>
            <a:endParaRPr lang="en-US"/>
          </a:p>
        </p:txBody>
      </p:sp>
      <p:sp>
        <p:nvSpPr>
          <p:cNvPr id="3" name="Date Placeholder 2">
            <a:extLst>
              <a:ext uri="{FF2B5EF4-FFF2-40B4-BE49-F238E27FC236}">
                <a16:creationId xmlns:a16="http://schemas.microsoft.com/office/drawing/2014/main" id="{F5ACE8C7-02C9-F812-4EC2-06F556865640}"/>
              </a:ext>
            </a:extLst>
          </p:cNvPr>
          <p:cNvSpPr>
            <a:spLocks noGrp="1"/>
          </p:cNvSpPr>
          <p:nvPr>
            <p:ph type="dt" idx="1"/>
          </p:nvPr>
        </p:nvSpPr>
        <p:spPr>
          <a:xfrm>
            <a:off x="3833813" y="0"/>
            <a:ext cx="2933700" cy="495300"/>
          </a:xfrm>
          <a:prstGeom prst="rect">
            <a:avLst/>
          </a:prstGeom>
        </p:spPr>
        <p:txBody>
          <a:bodyPr vert="horz" wrap="square" lIns="91440" tIns="45720" rIns="91440" bIns="45720" numCol="1" anchor="t" anchorCtr="0" compatLnSpc="1">
            <a:prstTxWarp prst="textNoShape">
              <a:avLst/>
            </a:prstTxWarp>
          </a:bodyPr>
          <a:lstStyle>
            <a:lvl1pPr algn="r">
              <a:defRPr sz="1200" smtClean="0"/>
            </a:lvl1pPr>
          </a:lstStyle>
          <a:p>
            <a:pPr>
              <a:defRPr/>
            </a:pPr>
            <a:fld id="{3F3BC371-470B-264E-852B-FBEA69385EB9}" type="datetimeFigureOut">
              <a:rPr lang="en-US" altLang="en-US"/>
              <a:pPr>
                <a:defRPr/>
              </a:pPr>
              <a:t>2/28/26</a:t>
            </a:fld>
            <a:endParaRPr lang="en-US" altLang="en-US"/>
          </a:p>
        </p:txBody>
      </p:sp>
      <p:sp>
        <p:nvSpPr>
          <p:cNvPr id="4" name="Slide Image Placeholder 3">
            <a:extLst>
              <a:ext uri="{FF2B5EF4-FFF2-40B4-BE49-F238E27FC236}">
                <a16:creationId xmlns:a16="http://schemas.microsoft.com/office/drawing/2014/main" id="{14FC71B6-148F-3EEE-EC19-E21835A3F3B7}"/>
              </a:ext>
            </a:extLst>
          </p:cNvPr>
          <p:cNvSpPr>
            <a:spLocks noGrp="1" noRot="1" noChangeAspect="1"/>
          </p:cNvSpPr>
          <p:nvPr>
            <p:ph type="sldImg" idx="2"/>
          </p:nvPr>
        </p:nvSpPr>
        <p:spPr>
          <a:xfrm>
            <a:off x="758825" y="742950"/>
            <a:ext cx="5251450" cy="371475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a:extLst>
              <a:ext uri="{FF2B5EF4-FFF2-40B4-BE49-F238E27FC236}">
                <a16:creationId xmlns:a16="http://schemas.microsoft.com/office/drawing/2014/main" id="{41B51B70-0C92-3227-F3A4-753E45A138A1}"/>
              </a:ext>
            </a:extLst>
          </p:cNvPr>
          <p:cNvSpPr>
            <a:spLocks noGrp="1"/>
          </p:cNvSpPr>
          <p:nvPr>
            <p:ph type="body" sz="quarter" idx="3"/>
          </p:nvPr>
        </p:nvSpPr>
        <p:spPr>
          <a:xfrm>
            <a:off x="676275" y="4705350"/>
            <a:ext cx="5416550" cy="4457700"/>
          </a:xfrm>
          <a:prstGeom prst="rect">
            <a:avLst/>
          </a:prstGeom>
        </p:spPr>
        <p:txBody>
          <a:bodyPr vert="horz" lIns="91440" tIns="45720" rIns="91440" bIns="45720" rtlCol="0"/>
          <a:lstStyle/>
          <a:p>
            <a:pPr lvl="0"/>
            <a:r>
              <a:rPr lang="en-GB" noProof="0"/>
              <a:t>Click to edit Master text styles</a:t>
            </a:r>
          </a:p>
          <a:p>
            <a:pPr lvl="1"/>
            <a:r>
              <a:rPr lang="en-GB" noProof="0"/>
              <a:t>Second level</a:t>
            </a:r>
          </a:p>
          <a:p>
            <a:pPr lvl="2"/>
            <a:r>
              <a:rPr lang="en-GB" noProof="0"/>
              <a:t>Third level</a:t>
            </a:r>
          </a:p>
          <a:p>
            <a:pPr lvl="3"/>
            <a:r>
              <a:rPr lang="en-GB" noProof="0"/>
              <a:t>Fourth level</a:t>
            </a:r>
          </a:p>
          <a:p>
            <a:pPr lvl="4"/>
            <a:r>
              <a:rPr lang="en-GB" noProof="0"/>
              <a:t>Fifth level</a:t>
            </a:r>
            <a:endParaRPr lang="en-US" noProof="0"/>
          </a:p>
        </p:txBody>
      </p:sp>
      <p:sp>
        <p:nvSpPr>
          <p:cNvPr id="6" name="Footer Placeholder 5">
            <a:extLst>
              <a:ext uri="{FF2B5EF4-FFF2-40B4-BE49-F238E27FC236}">
                <a16:creationId xmlns:a16="http://schemas.microsoft.com/office/drawing/2014/main" id="{6D31A42E-D047-8A9A-7C6A-BC9BD489CD9F}"/>
              </a:ext>
            </a:extLst>
          </p:cNvPr>
          <p:cNvSpPr>
            <a:spLocks noGrp="1"/>
          </p:cNvSpPr>
          <p:nvPr>
            <p:ph type="ftr" sz="quarter" idx="4"/>
          </p:nvPr>
        </p:nvSpPr>
        <p:spPr>
          <a:xfrm>
            <a:off x="0" y="9409113"/>
            <a:ext cx="2933700" cy="495300"/>
          </a:xfrm>
          <a:prstGeom prst="rect">
            <a:avLst/>
          </a:prstGeom>
        </p:spPr>
        <p:txBody>
          <a:bodyPr vert="horz" lIns="91440" tIns="45720" rIns="91440" bIns="45720" rtlCol="0" anchor="b"/>
          <a:lstStyle>
            <a:lvl1pPr algn="l">
              <a:defRPr sz="1200">
                <a:latin typeface="Arial" charset="0"/>
                <a:ea typeface="ＭＳ Ｐゴシック" charset="0"/>
                <a:cs typeface="ＭＳ Ｐゴシック" charset="0"/>
              </a:defRPr>
            </a:lvl1pPr>
          </a:lstStyle>
          <a:p>
            <a:pPr>
              <a:defRPr/>
            </a:pPr>
            <a:endParaRPr lang="en-US"/>
          </a:p>
        </p:txBody>
      </p:sp>
      <p:sp>
        <p:nvSpPr>
          <p:cNvPr id="7" name="Slide Number Placeholder 6">
            <a:extLst>
              <a:ext uri="{FF2B5EF4-FFF2-40B4-BE49-F238E27FC236}">
                <a16:creationId xmlns:a16="http://schemas.microsoft.com/office/drawing/2014/main" id="{39EADAD7-E386-99A2-74A3-17611A595E59}"/>
              </a:ext>
            </a:extLst>
          </p:cNvPr>
          <p:cNvSpPr>
            <a:spLocks noGrp="1"/>
          </p:cNvSpPr>
          <p:nvPr>
            <p:ph type="sldNum" sz="quarter" idx="5"/>
          </p:nvPr>
        </p:nvSpPr>
        <p:spPr>
          <a:xfrm>
            <a:off x="3833813" y="9409113"/>
            <a:ext cx="2933700" cy="495300"/>
          </a:xfrm>
          <a:prstGeom prst="rect">
            <a:avLst/>
          </a:prstGeom>
        </p:spPr>
        <p:txBody>
          <a:bodyPr vert="horz" wrap="square" lIns="91440" tIns="45720" rIns="91440" bIns="45720" numCol="1" anchor="b" anchorCtr="0" compatLnSpc="1">
            <a:prstTxWarp prst="textNoShape">
              <a:avLst/>
            </a:prstTxWarp>
          </a:bodyPr>
          <a:lstStyle>
            <a:lvl1pPr algn="r">
              <a:defRPr sz="1200" smtClean="0"/>
            </a:lvl1pPr>
          </a:lstStyle>
          <a:p>
            <a:pPr>
              <a:defRPr/>
            </a:pPr>
            <a:fld id="{6B50C820-37EE-4843-866D-932879888D46}"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notesStyle>
    <a:lvl1pPr algn="l" defTabSz="457200" rtl="0" eaLnBrk="0" fontAlgn="base" hangingPunct="0">
      <a:spcBef>
        <a:spcPct val="30000"/>
      </a:spcBef>
      <a:spcAft>
        <a:spcPct val="0"/>
      </a:spcAft>
      <a:defRPr sz="1200" kern="1200">
        <a:solidFill>
          <a:schemeClr val="tx1"/>
        </a:solidFill>
        <a:latin typeface="+mn-lt"/>
        <a:ea typeface="MS PGothic" panose="020B0600070205080204" pitchFamily="34" charset="-128"/>
        <a:cs typeface="ＭＳ Ｐゴシック" charset="0"/>
      </a:defRPr>
    </a:lvl1pPr>
    <a:lvl2pPr marL="457200" algn="l" defTabSz="457200" rtl="0" eaLnBrk="0" fontAlgn="base" hangingPunct="0">
      <a:spcBef>
        <a:spcPct val="30000"/>
      </a:spcBef>
      <a:spcAft>
        <a:spcPct val="0"/>
      </a:spcAft>
      <a:defRPr sz="1200" kern="1200">
        <a:solidFill>
          <a:schemeClr val="tx1"/>
        </a:solidFill>
        <a:latin typeface="+mn-lt"/>
        <a:ea typeface="MS PGothic" panose="020B0600070205080204" pitchFamily="34" charset="-128"/>
        <a:cs typeface="+mn-cs"/>
      </a:defRPr>
    </a:lvl2pPr>
    <a:lvl3pPr marL="914400" algn="l" defTabSz="457200" rtl="0" eaLnBrk="0" fontAlgn="base" hangingPunct="0">
      <a:spcBef>
        <a:spcPct val="30000"/>
      </a:spcBef>
      <a:spcAft>
        <a:spcPct val="0"/>
      </a:spcAft>
      <a:defRPr sz="1200" kern="1200">
        <a:solidFill>
          <a:schemeClr val="tx1"/>
        </a:solidFill>
        <a:latin typeface="+mn-lt"/>
        <a:ea typeface="MS PGothic" panose="020B0600070205080204" pitchFamily="34" charset="-128"/>
        <a:cs typeface="+mn-cs"/>
      </a:defRPr>
    </a:lvl3pPr>
    <a:lvl4pPr marL="1371600" algn="l" defTabSz="457200" rtl="0" eaLnBrk="0" fontAlgn="base" hangingPunct="0">
      <a:spcBef>
        <a:spcPct val="30000"/>
      </a:spcBef>
      <a:spcAft>
        <a:spcPct val="0"/>
      </a:spcAft>
      <a:defRPr sz="1200" kern="1200">
        <a:solidFill>
          <a:schemeClr val="tx1"/>
        </a:solidFill>
        <a:latin typeface="+mn-lt"/>
        <a:ea typeface="MS PGothic" panose="020B0600070205080204" pitchFamily="34" charset="-128"/>
        <a:cs typeface="+mn-cs"/>
      </a:defRPr>
    </a:lvl4pPr>
    <a:lvl5pPr marL="1828800" algn="l" defTabSz="457200" rtl="0" eaLnBrk="0" fontAlgn="base" hangingPunct="0">
      <a:spcBef>
        <a:spcPct val="30000"/>
      </a:spcBef>
      <a:spcAft>
        <a:spcPct val="0"/>
      </a:spcAft>
      <a:defRPr sz="1200" kern="1200">
        <a:solidFill>
          <a:schemeClr val="tx1"/>
        </a:solidFill>
        <a:latin typeface="+mn-lt"/>
        <a:ea typeface="MS PGothic" panose="020B0600070205080204" pitchFamily="34" charset="-128"/>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Slide Image Placeholder 1">
            <a:extLst>
              <a:ext uri="{FF2B5EF4-FFF2-40B4-BE49-F238E27FC236}">
                <a16:creationId xmlns:a16="http://schemas.microsoft.com/office/drawing/2014/main" id="{EC6D7C69-A5CD-E28A-2ECA-22180B571E40}"/>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099" name="Notes Placeholder 2">
            <a:extLst>
              <a:ext uri="{FF2B5EF4-FFF2-40B4-BE49-F238E27FC236}">
                <a16:creationId xmlns:a16="http://schemas.microsoft.com/office/drawing/2014/main" id="{F9AB20AA-BED6-7035-3D47-1008A5D639FB}"/>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4100" name="Slide Number Placeholder 3">
            <a:extLst>
              <a:ext uri="{FF2B5EF4-FFF2-40B4-BE49-F238E27FC236}">
                <a16:creationId xmlns:a16="http://schemas.microsoft.com/office/drawing/2014/main" id="{2076E275-3869-7D95-4A33-97024D7BC7FE}"/>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300">
                <a:solidFill>
                  <a:schemeClr val="tx1"/>
                </a:solidFill>
                <a:latin typeface="Arial" panose="020B0604020202020204" pitchFamily="34" charset="0"/>
                <a:ea typeface="MS PGothic" panose="020B0600070205080204" pitchFamily="34" charset="-128"/>
              </a:defRPr>
            </a:lvl1pPr>
            <a:lvl2pPr marL="742950" indent="-285750">
              <a:defRPr sz="2300">
                <a:solidFill>
                  <a:schemeClr val="tx1"/>
                </a:solidFill>
                <a:latin typeface="Arial" panose="020B0604020202020204" pitchFamily="34" charset="0"/>
                <a:ea typeface="MS PGothic" panose="020B0600070205080204" pitchFamily="34" charset="-128"/>
              </a:defRPr>
            </a:lvl2pPr>
            <a:lvl3pPr marL="1143000" indent="-228600">
              <a:defRPr sz="2300">
                <a:solidFill>
                  <a:schemeClr val="tx1"/>
                </a:solidFill>
                <a:latin typeface="Arial" panose="020B0604020202020204" pitchFamily="34" charset="0"/>
                <a:ea typeface="MS PGothic" panose="020B0600070205080204" pitchFamily="34" charset="-128"/>
              </a:defRPr>
            </a:lvl3pPr>
            <a:lvl4pPr marL="1600200" indent="-228600">
              <a:defRPr sz="2300">
                <a:solidFill>
                  <a:schemeClr val="tx1"/>
                </a:solidFill>
                <a:latin typeface="Arial" panose="020B0604020202020204" pitchFamily="34" charset="0"/>
                <a:ea typeface="MS PGothic" panose="020B0600070205080204" pitchFamily="34" charset="-128"/>
              </a:defRPr>
            </a:lvl4pPr>
            <a:lvl5pPr marL="2057400" indent="-228600">
              <a:defRPr sz="23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3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3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3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300">
                <a:solidFill>
                  <a:schemeClr val="tx1"/>
                </a:solidFill>
                <a:latin typeface="Arial" panose="020B0604020202020204" pitchFamily="34" charset="0"/>
                <a:ea typeface="MS PGothic" panose="020B0600070205080204" pitchFamily="34" charset="-128"/>
              </a:defRPr>
            </a:lvl9pPr>
          </a:lstStyle>
          <a:p>
            <a:fld id="{06A60FEA-C8F2-E846-8AE5-D819A7F4AEB8}" type="slidenum">
              <a:rPr lang="en-US" altLang="en-US" sz="1200"/>
              <a:pPr/>
              <a:t>1</a:t>
            </a:fld>
            <a:endParaRPr lang="en-US" altLang="en-US" sz="120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4538608" y="6653181"/>
            <a:ext cx="51443637" cy="4591317"/>
          </a:xfrm>
        </p:spPr>
        <p:txBody>
          <a:bodyPr/>
          <a:lstStyle/>
          <a:p>
            <a:r>
              <a:rPr lang="en-US"/>
              <a:t>Click to edit Master title style</a:t>
            </a:r>
            <a:endParaRPr lang="en-GB"/>
          </a:p>
        </p:txBody>
      </p:sp>
      <p:sp>
        <p:nvSpPr>
          <p:cNvPr id="3" name="Subtitle 2"/>
          <p:cNvSpPr>
            <a:spLocks noGrp="1"/>
          </p:cNvSpPr>
          <p:nvPr>
            <p:ph type="subTitle" idx="1"/>
          </p:nvPr>
        </p:nvSpPr>
        <p:spPr>
          <a:xfrm>
            <a:off x="9077215" y="12136918"/>
            <a:ext cx="42366422" cy="5473512"/>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endParaRPr lang="en-GB"/>
          </a:p>
        </p:txBody>
      </p:sp>
      <p:sp>
        <p:nvSpPr>
          <p:cNvPr id="4" name="Rectangle 4">
            <a:extLst>
              <a:ext uri="{FF2B5EF4-FFF2-40B4-BE49-F238E27FC236}">
                <a16:creationId xmlns:a16="http://schemas.microsoft.com/office/drawing/2014/main" id="{69B3F4EC-7A65-F501-B878-6827420983F8}"/>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E99B9675-F2F5-8CE1-B534-A77F09972071}"/>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88F8F8EC-BA5B-A725-BAF6-9F0AA69E275F}"/>
              </a:ext>
            </a:extLst>
          </p:cNvPr>
          <p:cNvSpPr>
            <a:spLocks noGrp="1" noChangeArrowheads="1"/>
          </p:cNvSpPr>
          <p:nvPr>
            <p:ph type="sldNum" sz="quarter" idx="12"/>
          </p:nvPr>
        </p:nvSpPr>
        <p:spPr>
          <a:ln/>
        </p:spPr>
        <p:txBody>
          <a:bodyPr/>
          <a:lstStyle>
            <a:lvl1pPr>
              <a:defRPr/>
            </a:lvl1pPr>
          </a:lstStyle>
          <a:p>
            <a:pPr>
              <a:defRPr/>
            </a:pPr>
            <a:fld id="{1D9C8216-6933-6843-95AF-FCDF395E6878}" type="slidenum">
              <a:rPr lang="en-GB" altLang="en-US"/>
              <a:pPr>
                <a:defRPr/>
              </a:pPr>
              <a:t>‹#›</a:t>
            </a:fld>
            <a:endParaRPr lang="en-GB" altLang="en-US"/>
          </a:p>
        </p:txBody>
      </p:sp>
    </p:spTree>
    <p:extLst>
      <p:ext uri="{BB962C8B-B14F-4D97-AF65-F5344CB8AC3E}">
        <p14:creationId xmlns:p14="http://schemas.microsoft.com/office/powerpoint/2010/main" val="395438213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Rectangle 4">
            <a:extLst>
              <a:ext uri="{FF2B5EF4-FFF2-40B4-BE49-F238E27FC236}">
                <a16:creationId xmlns:a16="http://schemas.microsoft.com/office/drawing/2014/main" id="{16E34E14-7F29-B98D-D10F-5733E36113F2}"/>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D687DF8B-9832-CA98-0721-05E189A33C18}"/>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760BEFA3-A772-F1A7-08E2-0CDAE8F3242E}"/>
              </a:ext>
            </a:extLst>
          </p:cNvPr>
          <p:cNvSpPr>
            <a:spLocks noGrp="1" noChangeArrowheads="1"/>
          </p:cNvSpPr>
          <p:nvPr>
            <p:ph type="sldNum" sz="quarter" idx="12"/>
          </p:nvPr>
        </p:nvSpPr>
        <p:spPr>
          <a:ln/>
        </p:spPr>
        <p:txBody>
          <a:bodyPr/>
          <a:lstStyle>
            <a:lvl1pPr>
              <a:defRPr/>
            </a:lvl1pPr>
          </a:lstStyle>
          <a:p>
            <a:pPr>
              <a:defRPr/>
            </a:pPr>
            <a:fld id="{75967BAF-2084-BD4F-8188-0E0B272E2F95}" type="slidenum">
              <a:rPr lang="en-GB" altLang="en-US"/>
              <a:pPr>
                <a:defRPr/>
              </a:pPr>
              <a:t>‹#›</a:t>
            </a:fld>
            <a:endParaRPr lang="en-GB" altLang="en-US"/>
          </a:p>
        </p:txBody>
      </p:sp>
    </p:spTree>
    <p:extLst>
      <p:ext uri="{BB962C8B-B14F-4D97-AF65-F5344CB8AC3E}">
        <p14:creationId xmlns:p14="http://schemas.microsoft.com/office/powerpoint/2010/main" val="312807686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4780728" y="13762797"/>
            <a:ext cx="51443637" cy="4253871"/>
          </a:xfrm>
        </p:spPr>
        <p:txBody>
          <a:bodyPr anchor="t"/>
          <a:lstStyle>
            <a:lvl1pPr algn="l">
              <a:defRPr sz="4000" b="1" cap="all"/>
            </a:lvl1pPr>
          </a:lstStyle>
          <a:p>
            <a:r>
              <a:rPr lang="en-US"/>
              <a:t>Click to edit Master title style</a:t>
            </a:r>
            <a:endParaRPr lang="en-GB"/>
          </a:p>
        </p:txBody>
      </p:sp>
      <p:sp>
        <p:nvSpPr>
          <p:cNvPr id="3" name="Text Placeholder 2"/>
          <p:cNvSpPr>
            <a:spLocks noGrp="1"/>
          </p:cNvSpPr>
          <p:nvPr>
            <p:ph type="body" idx="1"/>
          </p:nvPr>
        </p:nvSpPr>
        <p:spPr>
          <a:xfrm>
            <a:off x="4780728" y="9077590"/>
            <a:ext cx="51443637" cy="4685208"/>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4">
            <a:extLst>
              <a:ext uri="{FF2B5EF4-FFF2-40B4-BE49-F238E27FC236}">
                <a16:creationId xmlns:a16="http://schemas.microsoft.com/office/drawing/2014/main" id="{E8D71017-5470-3A50-97CE-234F204D027B}"/>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A1AC9D58-02DC-1E65-BE35-8CE4CBBB64FC}"/>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9E1A77FA-C691-B605-3E79-D633F04A153A}"/>
              </a:ext>
            </a:extLst>
          </p:cNvPr>
          <p:cNvSpPr>
            <a:spLocks noGrp="1" noChangeArrowheads="1"/>
          </p:cNvSpPr>
          <p:nvPr>
            <p:ph type="sldNum" sz="quarter" idx="12"/>
          </p:nvPr>
        </p:nvSpPr>
        <p:spPr>
          <a:ln/>
        </p:spPr>
        <p:txBody>
          <a:bodyPr/>
          <a:lstStyle>
            <a:lvl1pPr>
              <a:defRPr/>
            </a:lvl1pPr>
          </a:lstStyle>
          <a:p>
            <a:pPr>
              <a:defRPr/>
            </a:pPr>
            <a:fld id="{6704725F-54D2-EE4A-B042-1F0E3733CFCD}" type="slidenum">
              <a:rPr lang="en-GB" altLang="en-US"/>
              <a:pPr>
                <a:defRPr/>
              </a:pPr>
              <a:t>‹#›</a:t>
            </a:fld>
            <a:endParaRPr lang="en-GB" altLang="en-US"/>
          </a:p>
        </p:txBody>
      </p:sp>
    </p:spTree>
    <p:extLst>
      <p:ext uri="{BB962C8B-B14F-4D97-AF65-F5344CB8AC3E}">
        <p14:creationId xmlns:p14="http://schemas.microsoft.com/office/powerpoint/2010/main" val="120147780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sz="half" idx="1"/>
          </p:nvPr>
        </p:nvSpPr>
        <p:spPr>
          <a:xfrm>
            <a:off x="4538608" y="6187448"/>
            <a:ext cx="25612178" cy="1285085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30370065" y="6187448"/>
            <a:ext cx="25612179" cy="1285085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Rectangle 4">
            <a:extLst>
              <a:ext uri="{FF2B5EF4-FFF2-40B4-BE49-F238E27FC236}">
                <a16:creationId xmlns:a16="http://schemas.microsoft.com/office/drawing/2014/main" id="{7720B896-B13E-C3D6-ACFD-7081D0960619}"/>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5">
            <a:extLst>
              <a:ext uri="{FF2B5EF4-FFF2-40B4-BE49-F238E27FC236}">
                <a16:creationId xmlns:a16="http://schemas.microsoft.com/office/drawing/2014/main" id="{80AB398C-A790-DD44-0DA5-ED72D3852615}"/>
              </a:ext>
            </a:extLst>
          </p:cNvPr>
          <p:cNvSpPr>
            <a:spLocks noGrp="1" noChangeArrowheads="1"/>
          </p:cNvSpPr>
          <p:nvPr>
            <p:ph type="ftr" sz="quarter" idx="11"/>
          </p:nvPr>
        </p:nvSpPr>
        <p:spPr>
          <a:ln/>
        </p:spPr>
        <p:txBody>
          <a:bodyPr/>
          <a:lstStyle>
            <a:lvl1pPr>
              <a:defRPr/>
            </a:lvl1pPr>
          </a:lstStyle>
          <a:p>
            <a:pPr>
              <a:defRPr/>
            </a:pPr>
            <a:endParaRPr lang="en-US"/>
          </a:p>
        </p:txBody>
      </p:sp>
      <p:sp>
        <p:nvSpPr>
          <p:cNvPr id="7" name="Rectangle 6">
            <a:extLst>
              <a:ext uri="{FF2B5EF4-FFF2-40B4-BE49-F238E27FC236}">
                <a16:creationId xmlns:a16="http://schemas.microsoft.com/office/drawing/2014/main" id="{E3BF2699-7892-E417-802B-7818F7FF634C}"/>
              </a:ext>
            </a:extLst>
          </p:cNvPr>
          <p:cNvSpPr>
            <a:spLocks noGrp="1" noChangeArrowheads="1"/>
          </p:cNvSpPr>
          <p:nvPr>
            <p:ph type="sldNum" sz="quarter" idx="12"/>
          </p:nvPr>
        </p:nvSpPr>
        <p:spPr>
          <a:ln/>
        </p:spPr>
        <p:txBody>
          <a:bodyPr/>
          <a:lstStyle>
            <a:lvl1pPr>
              <a:defRPr/>
            </a:lvl1pPr>
          </a:lstStyle>
          <a:p>
            <a:pPr>
              <a:defRPr/>
            </a:pPr>
            <a:fld id="{3A4EF356-B9BE-F64A-A660-CC02E1B08B34}" type="slidenum">
              <a:rPr lang="en-GB" altLang="en-US"/>
              <a:pPr>
                <a:defRPr/>
              </a:pPr>
              <a:t>‹#›</a:t>
            </a:fld>
            <a:endParaRPr lang="en-GB" altLang="en-US"/>
          </a:p>
        </p:txBody>
      </p:sp>
    </p:spTree>
    <p:extLst>
      <p:ext uri="{BB962C8B-B14F-4D97-AF65-F5344CB8AC3E}">
        <p14:creationId xmlns:p14="http://schemas.microsoft.com/office/powerpoint/2010/main" val="16249625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3026501" y="858026"/>
            <a:ext cx="54467851" cy="3569682"/>
          </a:xfrm>
        </p:spPr>
        <p:txBody>
          <a:bodyPr/>
          <a:lstStyle>
            <a:lvl1pPr>
              <a:defRPr/>
            </a:lvl1pPr>
          </a:lstStyle>
          <a:p>
            <a:r>
              <a:rPr lang="en-US"/>
              <a:t>Click to edit Master title style</a:t>
            </a:r>
            <a:endParaRPr lang="en-GB"/>
          </a:p>
        </p:txBody>
      </p:sp>
      <p:sp>
        <p:nvSpPr>
          <p:cNvPr id="3" name="Text Placeholder 2"/>
          <p:cNvSpPr>
            <a:spLocks noGrp="1"/>
          </p:cNvSpPr>
          <p:nvPr>
            <p:ph type="body" idx="1"/>
          </p:nvPr>
        </p:nvSpPr>
        <p:spPr>
          <a:xfrm>
            <a:off x="3026500" y="4793972"/>
            <a:ext cx="26740548" cy="1998650"/>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3026500" y="6792622"/>
            <a:ext cx="26740548" cy="12339572"/>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p:cNvSpPr>
            <a:spLocks noGrp="1"/>
          </p:cNvSpPr>
          <p:nvPr>
            <p:ph type="body" sz="quarter" idx="3"/>
          </p:nvPr>
        </p:nvSpPr>
        <p:spPr>
          <a:xfrm>
            <a:off x="30744665" y="4793972"/>
            <a:ext cx="26749687" cy="1998650"/>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30744665" y="6792622"/>
            <a:ext cx="26749687" cy="12339572"/>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Rectangle 4">
            <a:extLst>
              <a:ext uri="{FF2B5EF4-FFF2-40B4-BE49-F238E27FC236}">
                <a16:creationId xmlns:a16="http://schemas.microsoft.com/office/drawing/2014/main" id="{834535D0-B4C9-4D85-2B8C-D0C52357069D}"/>
              </a:ext>
            </a:extLst>
          </p:cNvPr>
          <p:cNvSpPr>
            <a:spLocks noGrp="1" noChangeArrowheads="1"/>
          </p:cNvSpPr>
          <p:nvPr>
            <p:ph type="dt" sz="half" idx="10"/>
          </p:nvPr>
        </p:nvSpPr>
        <p:spPr>
          <a:ln/>
        </p:spPr>
        <p:txBody>
          <a:bodyPr/>
          <a:lstStyle>
            <a:lvl1pPr>
              <a:defRPr/>
            </a:lvl1pPr>
          </a:lstStyle>
          <a:p>
            <a:pPr>
              <a:defRPr/>
            </a:pPr>
            <a:endParaRPr lang="en-US"/>
          </a:p>
        </p:txBody>
      </p:sp>
      <p:sp>
        <p:nvSpPr>
          <p:cNvPr id="8" name="Rectangle 5">
            <a:extLst>
              <a:ext uri="{FF2B5EF4-FFF2-40B4-BE49-F238E27FC236}">
                <a16:creationId xmlns:a16="http://schemas.microsoft.com/office/drawing/2014/main" id="{30398C8A-4DD8-F735-1613-D1008FA7AB25}"/>
              </a:ext>
            </a:extLst>
          </p:cNvPr>
          <p:cNvSpPr>
            <a:spLocks noGrp="1" noChangeArrowheads="1"/>
          </p:cNvSpPr>
          <p:nvPr>
            <p:ph type="ftr" sz="quarter" idx="11"/>
          </p:nvPr>
        </p:nvSpPr>
        <p:spPr>
          <a:ln/>
        </p:spPr>
        <p:txBody>
          <a:bodyPr/>
          <a:lstStyle>
            <a:lvl1pPr>
              <a:defRPr/>
            </a:lvl1pPr>
          </a:lstStyle>
          <a:p>
            <a:pPr>
              <a:defRPr/>
            </a:pPr>
            <a:endParaRPr lang="en-US"/>
          </a:p>
        </p:txBody>
      </p:sp>
      <p:sp>
        <p:nvSpPr>
          <p:cNvPr id="9" name="Rectangle 6">
            <a:extLst>
              <a:ext uri="{FF2B5EF4-FFF2-40B4-BE49-F238E27FC236}">
                <a16:creationId xmlns:a16="http://schemas.microsoft.com/office/drawing/2014/main" id="{ACAA87FE-21C2-1757-FF55-233AE85015D6}"/>
              </a:ext>
            </a:extLst>
          </p:cNvPr>
          <p:cNvSpPr>
            <a:spLocks noGrp="1" noChangeArrowheads="1"/>
          </p:cNvSpPr>
          <p:nvPr>
            <p:ph type="sldNum" sz="quarter" idx="12"/>
          </p:nvPr>
        </p:nvSpPr>
        <p:spPr>
          <a:ln/>
        </p:spPr>
        <p:txBody>
          <a:bodyPr/>
          <a:lstStyle>
            <a:lvl1pPr>
              <a:defRPr/>
            </a:lvl1pPr>
          </a:lstStyle>
          <a:p>
            <a:pPr>
              <a:defRPr/>
            </a:pPr>
            <a:fld id="{4A0AB6BC-17B5-6548-B6E7-205BF27243F4}" type="slidenum">
              <a:rPr lang="en-GB" altLang="en-US"/>
              <a:pPr>
                <a:defRPr/>
              </a:pPr>
              <a:t>‹#›</a:t>
            </a:fld>
            <a:endParaRPr lang="en-GB" altLang="en-US"/>
          </a:p>
        </p:txBody>
      </p:sp>
    </p:spTree>
    <p:extLst>
      <p:ext uri="{BB962C8B-B14F-4D97-AF65-F5344CB8AC3E}">
        <p14:creationId xmlns:p14="http://schemas.microsoft.com/office/powerpoint/2010/main" val="1628950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Rectangle 4">
            <a:extLst>
              <a:ext uri="{FF2B5EF4-FFF2-40B4-BE49-F238E27FC236}">
                <a16:creationId xmlns:a16="http://schemas.microsoft.com/office/drawing/2014/main" id="{A98F6806-A95F-6FE5-3BD1-23AA1B05D524}"/>
              </a:ext>
            </a:extLst>
          </p:cNvPr>
          <p:cNvSpPr>
            <a:spLocks noGrp="1" noChangeArrowheads="1"/>
          </p:cNvSpPr>
          <p:nvPr>
            <p:ph type="dt" sz="half" idx="10"/>
          </p:nvPr>
        </p:nvSpPr>
        <p:spPr>
          <a:ln/>
        </p:spPr>
        <p:txBody>
          <a:bodyPr/>
          <a:lstStyle>
            <a:lvl1pPr>
              <a:defRPr/>
            </a:lvl1pPr>
          </a:lstStyle>
          <a:p>
            <a:pPr>
              <a:defRPr/>
            </a:pPr>
            <a:endParaRPr lang="en-US"/>
          </a:p>
        </p:txBody>
      </p:sp>
      <p:sp>
        <p:nvSpPr>
          <p:cNvPr id="4" name="Rectangle 5">
            <a:extLst>
              <a:ext uri="{FF2B5EF4-FFF2-40B4-BE49-F238E27FC236}">
                <a16:creationId xmlns:a16="http://schemas.microsoft.com/office/drawing/2014/main" id="{FEC83A69-A572-88CB-22AF-D48924AA4341}"/>
              </a:ext>
            </a:extLst>
          </p:cNvPr>
          <p:cNvSpPr>
            <a:spLocks noGrp="1" noChangeArrowheads="1"/>
          </p:cNvSpPr>
          <p:nvPr>
            <p:ph type="ftr" sz="quarter" idx="11"/>
          </p:nvPr>
        </p:nvSpPr>
        <p:spPr>
          <a:ln/>
        </p:spPr>
        <p:txBody>
          <a:bodyPr/>
          <a:lstStyle>
            <a:lvl1pPr>
              <a:defRPr/>
            </a:lvl1pPr>
          </a:lstStyle>
          <a:p>
            <a:pPr>
              <a:defRPr/>
            </a:pPr>
            <a:endParaRPr lang="en-US"/>
          </a:p>
        </p:txBody>
      </p:sp>
      <p:sp>
        <p:nvSpPr>
          <p:cNvPr id="5" name="Rectangle 6">
            <a:extLst>
              <a:ext uri="{FF2B5EF4-FFF2-40B4-BE49-F238E27FC236}">
                <a16:creationId xmlns:a16="http://schemas.microsoft.com/office/drawing/2014/main" id="{D2723473-FB4D-A9FB-0D6A-46450BD68BD6}"/>
              </a:ext>
            </a:extLst>
          </p:cNvPr>
          <p:cNvSpPr>
            <a:spLocks noGrp="1" noChangeArrowheads="1"/>
          </p:cNvSpPr>
          <p:nvPr>
            <p:ph type="sldNum" sz="quarter" idx="12"/>
          </p:nvPr>
        </p:nvSpPr>
        <p:spPr>
          <a:ln/>
        </p:spPr>
        <p:txBody>
          <a:bodyPr/>
          <a:lstStyle>
            <a:lvl1pPr>
              <a:defRPr/>
            </a:lvl1pPr>
          </a:lstStyle>
          <a:p>
            <a:pPr>
              <a:defRPr/>
            </a:pPr>
            <a:fld id="{AE85D51B-B774-F544-BC75-01E83CA8B241}" type="slidenum">
              <a:rPr lang="en-GB" altLang="en-US"/>
              <a:pPr>
                <a:defRPr/>
              </a:pPr>
              <a:t>‹#›</a:t>
            </a:fld>
            <a:endParaRPr lang="en-GB" altLang="en-US"/>
          </a:p>
        </p:txBody>
      </p:sp>
    </p:spTree>
    <p:extLst>
      <p:ext uri="{BB962C8B-B14F-4D97-AF65-F5344CB8AC3E}">
        <p14:creationId xmlns:p14="http://schemas.microsoft.com/office/powerpoint/2010/main" val="361765447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A42BF887-46F7-7627-C683-A226A316C72F}"/>
              </a:ext>
            </a:extLst>
          </p:cNvPr>
          <p:cNvSpPr>
            <a:spLocks noGrp="1" noChangeArrowheads="1"/>
          </p:cNvSpPr>
          <p:nvPr>
            <p:ph type="dt" sz="half" idx="10"/>
          </p:nvPr>
        </p:nvSpPr>
        <p:spPr>
          <a:ln/>
        </p:spPr>
        <p:txBody>
          <a:bodyPr/>
          <a:lstStyle>
            <a:lvl1pPr>
              <a:defRPr/>
            </a:lvl1pPr>
          </a:lstStyle>
          <a:p>
            <a:pPr>
              <a:defRPr/>
            </a:pPr>
            <a:endParaRPr lang="en-US"/>
          </a:p>
        </p:txBody>
      </p:sp>
      <p:sp>
        <p:nvSpPr>
          <p:cNvPr id="3" name="Rectangle 5">
            <a:extLst>
              <a:ext uri="{FF2B5EF4-FFF2-40B4-BE49-F238E27FC236}">
                <a16:creationId xmlns:a16="http://schemas.microsoft.com/office/drawing/2014/main" id="{833640B3-47E9-E013-A8CF-FF3067D3512D}"/>
              </a:ext>
            </a:extLst>
          </p:cNvPr>
          <p:cNvSpPr>
            <a:spLocks noGrp="1" noChangeArrowheads="1"/>
          </p:cNvSpPr>
          <p:nvPr>
            <p:ph type="ftr" sz="quarter" idx="11"/>
          </p:nvPr>
        </p:nvSpPr>
        <p:spPr>
          <a:ln/>
        </p:spPr>
        <p:txBody>
          <a:bodyPr/>
          <a:lstStyle>
            <a:lvl1pPr>
              <a:defRPr/>
            </a:lvl1pPr>
          </a:lstStyle>
          <a:p>
            <a:pPr>
              <a:defRPr/>
            </a:pPr>
            <a:endParaRPr lang="en-US"/>
          </a:p>
        </p:txBody>
      </p:sp>
      <p:sp>
        <p:nvSpPr>
          <p:cNvPr id="4" name="Rectangle 6">
            <a:extLst>
              <a:ext uri="{FF2B5EF4-FFF2-40B4-BE49-F238E27FC236}">
                <a16:creationId xmlns:a16="http://schemas.microsoft.com/office/drawing/2014/main" id="{5EF80788-512E-69F2-51F1-8EDB6A8647D1}"/>
              </a:ext>
            </a:extLst>
          </p:cNvPr>
          <p:cNvSpPr>
            <a:spLocks noGrp="1" noChangeArrowheads="1"/>
          </p:cNvSpPr>
          <p:nvPr>
            <p:ph type="sldNum" sz="quarter" idx="12"/>
          </p:nvPr>
        </p:nvSpPr>
        <p:spPr>
          <a:ln/>
        </p:spPr>
        <p:txBody>
          <a:bodyPr/>
          <a:lstStyle>
            <a:lvl1pPr>
              <a:defRPr/>
            </a:lvl1pPr>
          </a:lstStyle>
          <a:p>
            <a:pPr>
              <a:defRPr/>
            </a:pPr>
            <a:fld id="{97334DF4-CA12-8D44-BD6C-E74FB8E59931}" type="slidenum">
              <a:rPr lang="en-GB" altLang="en-US"/>
              <a:pPr>
                <a:defRPr/>
              </a:pPr>
              <a:t>‹#›</a:t>
            </a:fld>
            <a:endParaRPr lang="en-GB" altLang="en-US"/>
          </a:p>
        </p:txBody>
      </p:sp>
    </p:spTree>
    <p:extLst>
      <p:ext uri="{BB962C8B-B14F-4D97-AF65-F5344CB8AC3E}">
        <p14:creationId xmlns:p14="http://schemas.microsoft.com/office/powerpoint/2010/main" val="33704880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026501" y="852448"/>
            <a:ext cx="19910939" cy="3629177"/>
          </a:xfrm>
        </p:spPr>
        <p:txBody>
          <a:bodyPr anchor="b"/>
          <a:lstStyle>
            <a:lvl1pPr algn="l">
              <a:defRPr sz="2000" b="1"/>
            </a:lvl1pPr>
          </a:lstStyle>
          <a:p>
            <a:r>
              <a:rPr lang="en-US"/>
              <a:t>Click to edit Master title style</a:t>
            </a:r>
            <a:endParaRPr lang="en-GB"/>
          </a:p>
        </p:txBody>
      </p:sp>
      <p:sp>
        <p:nvSpPr>
          <p:cNvPr id="3" name="Content Placeholder 2"/>
          <p:cNvSpPr>
            <a:spLocks noGrp="1"/>
          </p:cNvSpPr>
          <p:nvPr>
            <p:ph idx="1"/>
          </p:nvPr>
        </p:nvSpPr>
        <p:spPr>
          <a:xfrm>
            <a:off x="23661515" y="852448"/>
            <a:ext cx="33832837" cy="18279746"/>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p:cNvSpPr>
            <a:spLocks noGrp="1"/>
          </p:cNvSpPr>
          <p:nvPr>
            <p:ph type="body" sz="half" idx="2"/>
          </p:nvPr>
        </p:nvSpPr>
        <p:spPr>
          <a:xfrm>
            <a:off x="3026501" y="4481624"/>
            <a:ext cx="19910939" cy="1465056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a:extLst>
              <a:ext uri="{FF2B5EF4-FFF2-40B4-BE49-F238E27FC236}">
                <a16:creationId xmlns:a16="http://schemas.microsoft.com/office/drawing/2014/main" id="{4FA0A22E-94B3-582C-E1DF-F2FCE5050EE9}"/>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5">
            <a:extLst>
              <a:ext uri="{FF2B5EF4-FFF2-40B4-BE49-F238E27FC236}">
                <a16:creationId xmlns:a16="http://schemas.microsoft.com/office/drawing/2014/main" id="{9515ED5E-CE5D-8F32-F292-F8BE9BEE65FA}"/>
              </a:ext>
            </a:extLst>
          </p:cNvPr>
          <p:cNvSpPr>
            <a:spLocks noGrp="1" noChangeArrowheads="1"/>
          </p:cNvSpPr>
          <p:nvPr>
            <p:ph type="ftr" sz="quarter" idx="11"/>
          </p:nvPr>
        </p:nvSpPr>
        <p:spPr>
          <a:ln/>
        </p:spPr>
        <p:txBody>
          <a:bodyPr/>
          <a:lstStyle>
            <a:lvl1pPr>
              <a:defRPr/>
            </a:lvl1pPr>
          </a:lstStyle>
          <a:p>
            <a:pPr>
              <a:defRPr/>
            </a:pPr>
            <a:endParaRPr lang="en-US"/>
          </a:p>
        </p:txBody>
      </p:sp>
      <p:sp>
        <p:nvSpPr>
          <p:cNvPr id="7" name="Rectangle 6">
            <a:extLst>
              <a:ext uri="{FF2B5EF4-FFF2-40B4-BE49-F238E27FC236}">
                <a16:creationId xmlns:a16="http://schemas.microsoft.com/office/drawing/2014/main" id="{4FCBC277-1F82-4047-D4EB-9047BB6512FB}"/>
              </a:ext>
            </a:extLst>
          </p:cNvPr>
          <p:cNvSpPr>
            <a:spLocks noGrp="1" noChangeArrowheads="1"/>
          </p:cNvSpPr>
          <p:nvPr>
            <p:ph type="sldNum" sz="quarter" idx="12"/>
          </p:nvPr>
        </p:nvSpPr>
        <p:spPr>
          <a:ln/>
        </p:spPr>
        <p:txBody>
          <a:bodyPr/>
          <a:lstStyle>
            <a:lvl1pPr>
              <a:defRPr/>
            </a:lvl1pPr>
          </a:lstStyle>
          <a:p>
            <a:pPr>
              <a:defRPr/>
            </a:pPr>
            <a:fld id="{3B80A822-2234-A149-ACF9-94F70ED1A165}" type="slidenum">
              <a:rPr lang="en-GB" altLang="en-US"/>
              <a:pPr>
                <a:defRPr/>
              </a:pPr>
              <a:t>‹#›</a:t>
            </a:fld>
            <a:endParaRPr lang="en-GB" altLang="en-US"/>
          </a:p>
        </p:txBody>
      </p:sp>
    </p:spTree>
    <p:extLst>
      <p:ext uri="{BB962C8B-B14F-4D97-AF65-F5344CB8AC3E}">
        <p14:creationId xmlns:p14="http://schemas.microsoft.com/office/powerpoint/2010/main" val="163999721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861595" y="14992664"/>
            <a:ext cx="36313423" cy="1769967"/>
          </a:xfrm>
        </p:spPr>
        <p:txBody>
          <a:bodyPr anchor="b"/>
          <a:lstStyle>
            <a:lvl1pPr algn="l">
              <a:defRPr sz="2000" b="1"/>
            </a:lvl1pPr>
          </a:lstStyle>
          <a:p>
            <a:r>
              <a:rPr lang="en-US"/>
              <a:t>Click to edit Master title style</a:t>
            </a:r>
            <a:endParaRPr lang="en-GB"/>
          </a:p>
        </p:txBody>
      </p:sp>
      <p:sp>
        <p:nvSpPr>
          <p:cNvPr id="3" name="Picture Placeholder 2"/>
          <p:cNvSpPr>
            <a:spLocks noGrp="1"/>
          </p:cNvSpPr>
          <p:nvPr>
            <p:ph type="pic" idx="1"/>
          </p:nvPr>
        </p:nvSpPr>
        <p:spPr>
          <a:xfrm>
            <a:off x="11861595" y="1914056"/>
            <a:ext cx="36313423" cy="1285085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GB" noProof="0" dirty="0"/>
          </a:p>
        </p:txBody>
      </p:sp>
      <p:sp>
        <p:nvSpPr>
          <p:cNvPr id="4" name="Text Placeholder 3"/>
          <p:cNvSpPr>
            <a:spLocks noGrp="1"/>
          </p:cNvSpPr>
          <p:nvPr>
            <p:ph type="body" sz="half" idx="2"/>
          </p:nvPr>
        </p:nvSpPr>
        <p:spPr>
          <a:xfrm>
            <a:off x="11861595" y="16762631"/>
            <a:ext cx="36313423" cy="2513651"/>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a:extLst>
              <a:ext uri="{FF2B5EF4-FFF2-40B4-BE49-F238E27FC236}">
                <a16:creationId xmlns:a16="http://schemas.microsoft.com/office/drawing/2014/main" id="{40216E02-4B4C-55D2-29B1-6803FF41B6AE}"/>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5">
            <a:extLst>
              <a:ext uri="{FF2B5EF4-FFF2-40B4-BE49-F238E27FC236}">
                <a16:creationId xmlns:a16="http://schemas.microsoft.com/office/drawing/2014/main" id="{9C6B88B0-BE85-5F21-F346-36CD669B27E2}"/>
              </a:ext>
            </a:extLst>
          </p:cNvPr>
          <p:cNvSpPr>
            <a:spLocks noGrp="1" noChangeArrowheads="1"/>
          </p:cNvSpPr>
          <p:nvPr>
            <p:ph type="ftr" sz="quarter" idx="11"/>
          </p:nvPr>
        </p:nvSpPr>
        <p:spPr>
          <a:ln/>
        </p:spPr>
        <p:txBody>
          <a:bodyPr/>
          <a:lstStyle>
            <a:lvl1pPr>
              <a:defRPr/>
            </a:lvl1pPr>
          </a:lstStyle>
          <a:p>
            <a:pPr>
              <a:defRPr/>
            </a:pPr>
            <a:endParaRPr lang="en-US"/>
          </a:p>
        </p:txBody>
      </p:sp>
      <p:sp>
        <p:nvSpPr>
          <p:cNvPr id="7" name="Rectangle 6">
            <a:extLst>
              <a:ext uri="{FF2B5EF4-FFF2-40B4-BE49-F238E27FC236}">
                <a16:creationId xmlns:a16="http://schemas.microsoft.com/office/drawing/2014/main" id="{38BD4193-EEB5-C7F7-46CD-C695416E4526}"/>
              </a:ext>
            </a:extLst>
          </p:cNvPr>
          <p:cNvSpPr>
            <a:spLocks noGrp="1" noChangeArrowheads="1"/>
          </p:cNvSpPr>
          <p:nvPr>
            <p:ph type="sldNum" sz="quarter" idx="12"/>
          </p:nvPr>
        </p:nvSpPr>
        <p:spPr>
          <a:ln/>
        </p:spPr>
        <p:txBody>
          <a:bodyPr/>
          <a:lstStyle>
            <a:lvl1pPr>
              <a:defRPr/>
            </a:lvl1pPr>
          </a:lstStyle>
          <a:p>
            <a:pPr>
              <a:defRPr/>
            </a:pPr>
            <a:fld id="{4EBAE767-92EF-4D45-9B71-6AFDA0274664}" type="slidenum">
              <a:rPr lang="en-GB" altLang="en-US"/>
              <a:pPr>
                <a:defRPr/>
              </a:pPr>
              <a:t>‹#›</a:t>
            </a:fld>
            <a:endParaRPr lang="en-GB" altLang="en-US"/>
          </a:p>
        </p:txBody>
      </p:sp>
    </p:spTree>
    <p:extLst>
      <p:ext uri="{BB962C8B-B14F-4D97-AF65-F5344CB8AC3E}">
        <p14:creationId xmlns:p14="http://schemas.microsoft.com/office/powerpoint/2010/main" val="395753822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Rectangle 4">
            <a:extLst>
              <a:ext uri="{FF2B5EF4-FFF2-40B4-BE49-F238E27FC236}">
                <a16:creationId xmlns:a16="http://schemas.microsoft.com/office/drawing/2014/main" id="{0AFFD267-AFD8-CF81-9D2A-641864BB6EC7}"/>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FD138302-CEFA-0B9C-2B62-68297EE3FD0E}"/>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A770DDA0-0826-C90F-5923-3B2F35D9AC05}"/>
              </a:ext>
            </a:extLst>
          </p:cNvPr>
          <p:cNvSpPr>
            <a:spLocks noGrp="1" noChangeArrowheads="1"/>
          </p:cNvSpPr>
          <p:nvPr>
            <p:ph type="sldNum" sz="quarter" idx="12"/>
          </p:nvPr>
        </p:nvSpPr>
        <p:spPr>
          <a:ln/>
        </p:spPr>
        <p:txBody>
          <a:bodyPr/>
          <a:lstStyle>
            <a:lvl1pPr>
              <a:defRPr/>
            </a:lvl1pPr>
          </a:lstStyle>
          <a:p>
            <a:pPr>
              <a:defRPr/>
            </a:pPr>
            <a:fld id="{4E648667-A3D0-3C4C-8DC4-8E6935BF0217}" type="slidenum">
              <a:rPr lang="en-GB" altLang="en-US"/>
              <a:pPr>
                <a:defRPr/>
              </a:pPr>
              <a:t>‹#›</a:t>
            </a:fld>
            <a:endParaRPr lang="en-GB" altLang="en-US"/>
          </a:p>
        </p:txBody>
      </p:sp>
    </p:spTree>
    <p:extLst>
      <p:ext uri="{BB962C8B-B14F-4D97-AF65-F5344CB8AC3E}">
        <p14:creationId xmlns:p14="http://schemas.microsoft.com/office/powerpoint/2010/main" val="80715682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43122479" y="1903830"/>
            <a:ext cx="12859766" cy="17134473"/>
          </a:xfrm>
        </p:spPr>
        <p:txBody>
          <a:bodyPr vert="eaVert"/>
          <a:lstStyle/>
          <a:p>
            <a:r>
              <a:rPr lang="en-US"/>
              <a:t>Click to edit Master title style</a:t>
            </a:r>
            <a:endParaRPr lang="en-GB"/>
          </a:p>
        </p:txBody>
      </p:sp>
      <p:sp>
        <p:nvSpPr>
          <p:cNvPr id="3" name="Vertical Text Placeholder 2"/>
          <p:cNvSpPr>
            <a:spLocks noGrp="1"/>
          </p:cNvSpPr>
          <p:nvPr>
            <p:ph type="body" orient="vert" idx="1"/>
          </p:nvPr>
        </p:nvSpPr>
        <p:spPr>
          <a:xfrm>
            <a:off x="4538608" y="1903830"/>
            <a:ext cx="38364591" cy="1713447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Rectangle 4">
            <a:extLst>
              <a:ext uri="{FF2B5EF4-FFF2-40B4-BE49-F238E27FC236}">
                <a16:creationId xmlns:a16="http://schemas.microsoft.com/office/drawing/2014/main" id="{06359932-0EEB-B3C8-453C-072408197F20}"/>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86C6780A-7552-86CD-7C6E-7A548B64E35B}"/>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4EC8A991-E562-663A-C4FD-2242BB9A0AFD}"/>
              </a:ext>
            </a:extLst>
          </p:cNvPr>
          <p:cNvSpPr>
            <a:spLocks noGrp="1" noChangeArrowheads="1"/>
          </p:cNvSpPr>
          <p:nvPr>
            <p:ph type="sldNum" sz="quarter" idx="12"/>
          </p:nvPr>
        </p:nvSpPr>
        <p:spPr>
          <a:ln/>
        </p:spPr>
        <p:txBody>
          <a:bodyPr/>
          <a:lstStyle>
            <a:lvl1pPr>
              <a:defRPr/>
            </a:lvl1pPr>
          </a:lstStyle>
          <a:p>
            <a:pPr>
              <a:defRPr/>
            </a:pPr>
            <a:fld id="{021F2621-1D8C-2C44-938C-3034BEB2BAC0}" type="slidenum">
              <a:rPr lang="en-GB" altLang="en-US"/>
              <a:pPr>
                <a:defRPr/>
              </a:pPr>
              <a:t>‹#›</a:t>
            </a:fld>
            <a:endParaRPr lang="en-GB" altLang="en-US"/>
          </a:p>
        </p:txBody>
      </p:sp>
    </p:spTree>
    <p:extLst>
      <p:ext uri="{BB962C8B-B14F-4D97-AF65-F5344CB8AC3E}">
        <p14:creationId xmlns:p14="http://schemas.microsoft.com/office/powerpoint/2010/main" val="4682766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EC442350-FE41-7A49-49EC-680AC79D3D68}"/>
              </a:ext>
            </a:extLst>
          </p:cNvPr>
          <p:cNvSpPr>
            <a:spLocks noGrp="1" noChangeArrowheads="1"/>
          </p:cNvSpPr>
          <p:nvPr>
            <p:ph type="title"/>
          </p:nvPr>
        </p:nvSpPr>
        <p:spPr bwMode="auto">
          <a:xfrm>
            <a:off x="3209925" y="2690813"/>
            <a:ext cx="36388675" cy="504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449187" tIns="224596" rIns="449187" bIns="224596" numCol="1" anchor="ctr" anchorCtr="0" compatLnSpc="1">
            <a:prstTxWarp prst="textNoShape">
              <a:avLst/>
            </a:prstTxWarp>
          </a:bodyPr>
          <a:lstStyle/>
          <a:p>
            <a:pPr lvl="0"/>
            <a:r>
              <a:rPr lang="en-GB" altLang="en-US"/>
              <a:t>Click to edit Master title style</a:t>
            </a:r>
          </a:p>
        </p:txBody>
      </p:sp>
      <p:sp>
        <p:nvSpPr>
          <p:cNvPr id="1027" name="Rectangle 3">
            <a:extLst>
              <a:ext uri="{FF2B5EF4-FFF2-40B4-BE49-F238E27FC236}">
                <a16:creationId xmlns:a16="http://schemas.microsoft.com/office/drawing/2014/main" id="{19A6EC26-B63A-86FC-AB4C-42C6D06845F7}"/>
              </a:ext>
            </a:extLst>
          </p:cNvPr>
          <p:cNvSpPr>
            <a:spLocks noGrp="1" noChangeArrowheads="1"/>
          </p:cNvSpPr>
          <p:nvPr>
            <p:ph type="body" idx="1"/>
          </p:nvPr>
        </p:nvSpPr>
        <p:spPr bwMode="auto">
          <a:xfrm>
            <a:off x="3209925" y="8747125"/>
            <a:ext cx="36388675" cy="18168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449187" tIns="224596" rIns="449187" bIns="224596" numCol="1" anchor="t" anchorCtr="0" compatLnSpc="1">
            <a:prstTxWarp prst="textNoShape">
              <a:avLst/>
            </a:prstTxWarp>
          </a:bodyPr>
          <a:lstStyle/>
          <a:p>
            <a:pPr lvl="0"/>
            <a:r>
              <a:rPr lang="en-GB" altLang="en-US"/>
              <a:t>Click to edit Master text styles</a:t>
            </a:r>
          </a:p>
          <a:p>
            <a:pPr lvl="1"/>
            <a:r>
              <a:rPr lang="en-GB" altLang="en-US"/>
              <a:t>Second level</a:t>
            </a:r>
          </a:p>
          <a:p>
            <a:pPr lvl="2"/>
            <a:r>
              <a:rPr lang="en-GB" altLang="en-US"/>
              <a:t>Third level</a:t>
            </a:r>
          </a:p>
          <a:p>
            <a:pPr lvl="3"/>
            <a:r>
              <a:rPr lang="en-GB" altLang="en-US"/>
              <a:t>Fourth level</a:t>
            </a:r>
          </a:p>
          <a:p>
            <a:pPr lvl="4"/>
            <a:r>
              <a:rPr lang="en-GB" altLang="en-US"/>
              <a:t>Fifth level</a:t>
            </a:r>
          </a:p>
        </p:txBody>
      </p:sp>
      <p:sp>
        <p:nvSpPr>
          <p:cNvPr id="1028" name="Rectangle 4">
            <a:extLst>
              <a:ext uri="{FF2B5EF4-FFF2-40B4-BE49-F238E27FC236}">
                <a16:creationId xmlns:a16="http://schemas.microsoft.com/office/drawing/2014/main" id="{57955AFE-0B4F-14EB-BF49-4D4CBCAE4DA3}"/>
              </a:ext>
            </a:extLst>
          </p:cNvPr>
          <p:cNvSpPr>
            <a:spLocks noGrp="1" noChangeArrowheads="1"/>
          </p:cNvSpPr>
          <p:nvPr>
            <p:ph type="dt" sz="half" idx="2"/>
          </p:nvPr>
        </p:nvSpPr>
        <p:spPr bwMode="auto">
          <a:xfrm>
            <a:off x="3209925" y="27589163"/>
            <a:ext cx="8918575" cy="2017712"/>
          </a:xfrm>
          <a:prstGeom prst="rect">
            <a:avLst/>
          </a:prstGeom>
          <a:noFill/>
          <a:ln w="9525">
            <a:noFill/>
            <a:miter lim="800000"/>
            <a:headEnd/>
            <a:tailEnd/>
          </a:ln>
          <a:effectLst/>
        </p:spPr>
        <p:txBody>
          <a:bodyPr vert="horz" wrap="square" lIns="449187" tIns="224596" rIns="449187" bIns="224596" numCol="1" anchor="t" anchorCtr="0" compatLnSpc="1">
            <a:prstTxWarp prst="textNoShape">
              <a:avLst/>
            </a:prstTxWarp>
          </a:bodyPr>
          <a:lstStyle>
            <a:lvl1pPr eaLnBrk="1" hangingPunct="1">
              <a:defRPr sz="7000">
                <a:latin typeface="Times New Roman" pitchFamily="18" charset="0"/>
                <a:ea typeface="+mn-ea"/>
                <a:cs typeface="+mn-cs"/>
              </a:defRPr>
            </a:lvl1pPr>
          </a:lstStyle>
          <a:p>
            <a:pPr>
              <a:defRPr/>
            </a:pPr>
            <a:endParaRPr lang="en-US"/>
          </a:p>
        </p:txBody>
      </p:sp>
      <p:sp>
        <p:nvSpPr>
          <p:cNvPr id="1029" name="Rectangle 5">
            <a:extLst>
              <a:ext uri="{FF2B5EF4-FFF2-40B4-BE49-F238E27FC236}">
                <a16:creationId xmlns:a16="http://schemas.microsoft.com/office/drawing/2014/main" id="{7223BC7D-CE93-2A01-5571-2DBA628F16DC}"/>
              </a:ext>
            </a:extLst>
          </p:cNvPr>
          <p:cNvSpPr>
            <a:spLocks noGrp="1" noChangeArrowheads="1"/>
          </p:cNvSpPr>
          <p:nvPr>
            <p:ph type="ftr" sz="quarter" idx="3"/>
          </p:nvPr>
        </p:nvSpPr>
        <p:spPr bwMode="auto">
          <a:xfrm>
            <a:off x="14625638" y="27589163"/>
            <a:ext cx="13557250" cy="2017712"/>
          </a:xfrm>
          <a:prstGeom prst="rect">
            <a:avLst/>
          </a:prstGeom>
          <a:noFill/>
          <a:ln w="9525">
            <a:noFill/>
            <a:miter lim="800000"/>
            <a:headEnd/>
            <a:tailEnd/>
          </a:ln>
          <a:effectLst/>
        </p:spPr>
        <p:txBody>
          <a:bodyPr vert="horz" wrap="square" lIns="449187" tIns="224596" rIns="449187" bIns="224596" numCol="1" anchor="t" anchorCtr="0" compatLnSpc="1">
            <a:prstTxWarp prst="textNoShape">
              <a:avLst/>
            </a:prstTxWarp>
          </a:bodyPr>
          <a:lstStyle>
            <a:lvl1pPr algn="ctr" eaLnBrk="1" hangingPunct="1">
              <a:defRPr sz="7000">
                <a:latin typeface="Times New Roman" pitchFamily="18" charset="0"/>
                <a:ea typeface="+mn-ea"/>
                <a:cs typeface="+mn-cs"/>
              </a:defRPr>
            </a:lvl1pPr>
          </a:lstStyle>
          <a:p>
            <a:pPr>
              <a:defRPr/>
            </a:pPr>
            <a:endParaRPr lang="en-US"/>
          </a:p>
        </p:txBody>
      </p:sp>
      <p:sp>
        <p:nvSpPr>
          <p:cNvPr id="1030" name="Rectangle 6">
            <a:extLst>
              <a:ext uri="{FF2B5EF4-FFF2-40B4-BE49-F238E27FC236}">
                <a16:creationId xmlns:a16="http://schemas.microsoft.com/office/drawing/2014/main" id="{868A7D74-8B5C-7890-BE06-2119AD6C1AD3}"/>
              </a:ext>
            </a:extLst>
          </p:cNvPr>
          <p:cNvSpPr>
            <a:spLocks noGrp="1" noChangeArrowheads="1"/>
          </p:cNvSpPr>
          <p:nvPr>
            <p:ph type="sldNum" sz="quarter" idx="4"/>
          </p:nvPr>
        </p:nvSpPr>
        <p:spPr bwMode="auto">
          <a:xfrm>
            <a:off x="30680025" y="27589163"/>
            <a:ext cx="8918575" cy="2017712"/>
          </a:xfrm>
          <a:prstGeom prst="rect">
            <a:avLst/>
          </a:prstGeom>
          <a:noFill/>
          <a:ln w="9525">
            <a:noFill/>
            <a:miter lim="800000"/>
            <a:headEnd/>
            <a:tailEnd/>
          </a:ln>
          <a:effectLst/>
        </p:spPr>
        <p:txBody>
          <a:bodyPr vert="horz" wrap="square" lIns="449187" tIns="224596" rIns="449187" bIns="224596" numCol="1" anchor="t" anchorCtr="0" compatLnSpc="1">
            <a:prstTxWarp prst="textNoShape">
              <a:avLst/>
            </a:prstTxWarp>
          </a:bodyPr>
          <a:lstStyle>
            <a:lvl1pPr algn="r" eaLnBrk="1" hangingPunct="1">
              <a:defRPr sz="7000" smtClean="0">
                <a:latin typeface="Times New Roman" panose="02020603050405020304" pitchFamily="18" charset="0"/>
              </a:defRPr>
            </a:lvl1pPr>
          </a:lstStyle>
          <a:p>
            <a:pPr>
              <a:defRPr/>
            </a:pPr>
            <a:fld id="{BE8251AC-1900-514A-8BBB-F3DBC90F9538}" type="slidenum">
              <a:rPr lang="en-GB" altLang="en-US"/>
              <a:pPr>
                <a:defRPr/>
              </a:pPr>
              <a:t>‹#›</a:t>
            </a:fld>
            <a:endParaRPr lang="en-GB"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491038" rtl="0" eaLnBrk="0" fontAlgn="base" hangingPunct="0">
        <a:spcBef>
          <a:spcPct val="0"/>
        </a:spcBef>
        <a:spcAft>
          <a:spcPct val="0"/>
        </a:spcAft>
        <a:defRPr sz="21600">
          <a:solidFill>
            <a:schemeClr val="tx2"/>
          </a:solidFill>
          <a:latin typeface="+mj-lt"/>
          <a:ea typeface="MS PGothic" panose="020B0600070205080204" pitchFamily="34" charset="-128"/>
          <a:cs typeface="ＭＳ Ｐゴシック" charset="0"/>
        </a:defRPr>
      </a:lvl1pPr>
      <a:lvl2pPr algn="ctr" defTabSz="4491038" rtl="0" eaLnBrk="0" fontAlgn="base" hangingPunct="0">
        <a:spcBef>
          <a:spcPct val="0"/>
        </a:spcBef>
        <a:spcAft>
          <a:spcPct val="0"/>
        </a:spcAft>
        <a:defRPr sz="21600">
          <a:solidFill>
            <a:schemeClr val="tx2"/>
          </a:solidFill>
          <a:latin typeface="Times New Roman" pitchFamily="18" charset="0"/>
          <a:ea typeface="MS PGothic" panose="020B0600070205080204" pitchFamily="34" charset="-128"/>
          <a:cs typeface="ＭＳ Ｐゴシック" charset="0"/>
        </a:defRPr>
      </a:lvl2pPr>
      <a:lvl3pPr algn="ctr" defTabSz="4491038" rtl="0" eaLnBrk="0" fontAlgn="base" hangingPunct="0">
        <a:spcBef>
          <a:spcPct val="0"/>
        </a:spcBef>
        <a:spcAft>
          <a:spcPct val="0"/>
        </a:spcAft>
        <a:defRPr sz="21600">
          <a:solidFill>
            <a:schemeClr val="tx2"/>
          </a:solidFill>
          <a:latin typeface="Times New Roman" pitchFamily="18" charset="0"/>
          <a:ea typeface="MS PGothic" panose="020B0600070205080204" pitchFamily="34" charset="-128"/>
          <a:cs typeface="ＭＳ Ｐゴシック" charset="0"/>
        </a:defRPr>
      </a:lvl3pPr>
      <a:lvl4pPr algn="ctr" defTabSz="4491038" rtl="0" eaLnBrk="0" fontAlgn="base" hangingPunct="0">
        <a:spcBef>
          <a:spcPct val="0"/>
        </a:spcBef>
        <a:spcAft>
          <a:spcPct val="0"/>
        </a:spcAft>
        <a:defRPr sz="21600">
          <a:solidFill>
            <a:schemeClr val="tx2"/>
          </a:solidFill>
          <a:latin typeface="Times New Roman" pitchFamily="18" charset="0"/>
          <a:ea typeface="MS PGothic" panose="020B0600070205080204" pitchFamily="34" charset="-128"/>
          <a:cs typeface="ＭＳ Ｐゴシック" charset="0"/>
        </a:defRPr>
      </a:lvl4pPr>
      <a:lvl5pPr algn="ctr" defTabSz="4491038" rtl="0" eaLnBrk="0" fontAlgn="base" hangingPunct="0">
        <a:spcBef>
          <a:spcPct val="0"/>
        </a:spcBef>
        <a:spcAft>
          <a:spcPct val="0"/>
        </a:spcAft>
        <a:defRPr sz="21600">
          <a:solidFill>
            <a:schemeClr val="tx2"/>
          </a:solidFill>
          <a:latin typeface="Times New Roman" pitchFamily="18" charset="0"/>
          <a:ea typeface="MS PGothic" panose="020B0600070205080204" pitchFamily="34" charset="-128"/>
          <a:cs typeface="ＭＳ Ｐゴシック" charset="0"/>
        </a:defRPr>
      </a:lvl5pPr>
      <a:lvl6pPr marL="457200" algn="ctr" defTabSz="4491038" rtl="0" fontAlgn="base">
        <a:spcBef>
          <a:spcPct val="0"/>
        </a:spcBef>
        <a:spcAft>
          <a:spcPct val="0"/>
        </a:spcAft>
        <a:defRPr sz="21600">
          <a:solidFill>
            <a:schemeClr val="tx2"/>
          </a:solidFill>
          <a:latin typeface="Times New Roman" pitchFamily="18" charset="0"/>
        </a:defRPr>
      </a:lvl6pPr>
      <a:lvl7pPr marL="914400" algn="ctr" defTabSz="4491038" rtl="0" fontAlgn="base">
        <a:spcBef>
          <a:spcPct val="0"/>
        </a:spcBef>
        <a:spcAft>
          <a:spcPct val="0"/>
        </a:spcAft>
        <a:defRPr sz="21600">
          <a:solidFill>
            <a:schemeClr val="tx2"/>
          </a:solidFill>
          <a:latin typeface="Times New Roman" pitchFamily="18" charset="0"/>
        </a:defRPr>
      </a:lvl7pPr>
      <a:lvl8pPr marL="1371600" algn="ctr" defTabSz="4491038" rtl="0" fontAlgn="base">
        <a:spcBef>
          <a:spcPct val="0"/>
        </a:spcBef>
        <a:spcAft>
          <a:spcPct val="0"/>
        </a:spcAft>
        <a:defRPr sz="21600">
          <a:solidFill>
            <a:schemeClr val="tx2"/>
          </a:solidFill>
          <a:latin typeface="Times New Roman" pitchFamily="18" charset="0"/>
        </a:defRPr>
      </a:lvl8pPr>
      <a:lvl9pPr marL="1828800" algn="ctr" defTabSz="4491038" rtl="0" fontAlgn="base">
        <a:spcBef>
          <a:spcPct val="0"/>
        </a:spcBef>
        <a:spcAft>
          <a:spcPct val="0"/>
        </a:spcAft>
        <a:defRPr sz="21600">
          <a:solidFill>
            <a:schemeClr val="tx2"/>
          </a:solidFill>
          <a:latin typeface="Times New Roman" pitchFamily="18" charset="0"/>
        </a:defRPr>
      </a:lvl9pPr>
    </p:titleStyle>
    <p:bodyStyle>
      <a:lvl1pPr marL="1682750" indent="-1682750" algn="l" defTabSz="4491038" rtl="0" eaLnBrk="0" fontAlgn="base" hangingPunct="0">
        <a:spcBef>
          <a:spcPct val="20000"/>
        </a:spcBef>
        <a:spcAft>
          <a:spcPct val="0"/>
        </a:spcAft>
        <a:buChar char="•"/>
        <a:defRPr sz="15500">
          <a:solidFill>
            <a:schemeClr val="tx1"/>
          </a:solidFill>
          <a:latin typeface="+mn-lt"/>
          <a:ea typeface="MS PGothic" panose="020B0600070205080204" pitchFamily="34" charset="-128"/>
          <a:cs typeface="ＭＳ Ｐゴシック" charset="0"/>
        </a:defRPr>
      </a:lvl1pPr>
      <a:lvl2pPr marL="3649663" indent="-1400175" algn="l" defTabSz="4491038" rtl="0" eaLnBrk="0" fontAlgn="base" hangingPunct="0">
        <a:spcBef>
          <a:spcPct val="20000"/>
        </a:spcBef>
        <a:spcAft>
          <a:spcPct val="0"/>
        </a:spcAft>
        <a:buChar char="–"/>
        <a:defRPr sz="13600">
          <a:solidFill>
            <a:schemeClr val="tx1"/>
          </a:solidFill>
          <a:latin typeface="+mn-lt"/>
          <a:ea typeface="MS PGothic" panose="020B0600070205080204" pitchFamily="34" charset="-128"/>
        </a:defRPr>
      </a:lvl2pPr>
      <a:lvl3pPr marL="5614988" indent="-1123950" algn="l" defTabSz="4491038" rtl="0" eaLnBrk="0" fontAlgn="base" hangingPunct="0">
        <a:spcBef>
          <a:spcPct val="20000"/>
        </a:spcBef>
        <a:spcAft>
          <a:spcPct val="0"/>
        </a:spcAft>
        <a:buChar char="•"/>
        <a:defRPr sz="11700">
          <a:solidFill>
            <a:schemeClr val="tx1"/>
          </a:solidFill>
          <a:latin typeface="+mn-lt"/>
          <a:ea typeface="MS PGothic" panose="020B0600070205080204" pitchFamily="34" charset="-128"/>
        </a:defRPr>
      </a:lvl3pPr>
      <a:lvl4pPr marL="7864475" indent="-1125538" algn="l" defTabSz="4491038" rtl="0" eaLnBrk="0" fontAlgn="base" hangingPunct="0">
        <a:spcBef>
          <a:spcPct val="20000"/>
        </a:spcBef>
        <a:spcAft>
          <a:spcPct val="0"/>
        </a:spcAft>
        <a:buChar char="–"/>
        <a:defRPr sz="9900">
          <a:solidFill>
            <a:schemeClr val="tx1"/>
          </a:solidFill>
          <a:latin typeface="+mn-lt"/>
          <a:ea typeface="MS PGothic" panose="020B0600070205080204" pitchFamily="34" charset="-128"/>
        </a:defRPr>
      </a:lvl4pPr>
      <a:lvl5pPr marL="10106025" indent="-1125538" algn="l" defTabSz="4491038" rtl="0" eaLnBrk="0" fontAlgn="base" hangingPunct="0">
        <a:spcBef>
          <a:spcPct val="20000"/>
        </a:spcBef>
        <a:spcAft>
          <a:spcPct val="0"/>
        </a:spcAft>
        <a:buChar char="»"/>
        <a:defRPr sz="9900">
          <a:solidFill>
            <a:schemeClr val="tx1"/>
          </a:solidFill>
          <a:latin typeface="+mn-lt"/>
          <a:ea typeface="MS PGothic" panose="020B0600070205080204" pitchFamily="34" charset="-128"/>
        </a:defRPr>
      </a:lvl5pPr>
      <a:lvl6pPr marL="10563225" indent="-1125538" algn="l" defTabSz="4491038" rtl="0" fontAlgn="base">
        <a:spcBef>
          <a:spcPct val="20000"/>
        </a:spcBef>
        <a:spcAft>
          <a:spcPct val="0"/>
        </a:spcAft>
        <a:buChar char="»"/>
        <a:defRPr sz="9900">
          <a:solidFill>
            <a:schemeClr val="tx1"/>
          </a:solidFill>
          <a:latin typeface="+mn-lt"/>
        </a:defRPr>
      </a:lvl6pPr>
      <a:lvl7pPr marL="11020425" indent="-1125538" algn="l" defTabSz="4491038" rtl="0" fontAlgn="base">
        <a:spcBef>
          <a:spcPct val="20000"/>
        </a:spcBef>
        <a:spcAft>
          <a:spcPct val="0"/>
        </a:spcAft>
        <a:buChar char="»"/>
        <a:defRPr sz="9900">
          <a:solidFill>
            <a:schemeClr val="tx1"/>
          </a:solidFill>
          <a:latin typeface="+mn-lt"/>
        </a:defRPr>
      </a:lvl7pPr>
      <a:lvl8pPr marL="11477625" indent="-1125538" algn="l" defTabSz="4491038" rtl="0" fontAlgn="base">
        <a:spcBef>
          <a:spcPct val="20000"/>
        </a:spcBef>
        <a:spcAft>
          <a:spcPct val="0"/>
        </a:spcAft>
        <a:buChar char="»"/>
        <a:defRPr sz="9900">
          <a:solidFill>
            <a:schemeClr val="tx1"/>
          </a:solidFill>
          <a:latin typeface="+mn-lt"/>
        </a:defRPr>
      </a:lvl8pPr>
      <a:lvl9pPr marL="11934825" indent="-1125538" algn="l" defTabSz="4491038" rtl="0" fontAlgn="base">
        <a:spcBef>
          <a:spcPct val="20000"/>
        </a:spcBef>
        <a:spcAft>
          <a:spcPct val="0"/>
        </a:spcAft>
        <a:buChar char="»"/>
        <a:defRPr sz="99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hyperlink" Target="https://www.kaggle.com/datasets/thedevastator/airlines-traffic-passenger-statistics" TargetMode="External"/><Relationship Id="rId7"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2.png"/><Relationship Id="rId5" Type="http://schemas.openxmlformats.org/officeDocument/2006/relationships/image" Target="../media/image1.jpeg"/><Relationship Id="rId10" Type="http://schemas.openxmlformats.org/officeDocument/2006/relationships/image" Target="../media/image6.png"/><Relationship Id="rId4" Type="http://schemas.openxmlformats.org/officeDocument/2006/relationships/hyperlink" Target="https://data.sfgov.org/Transportation/Air-Traffic-Passenger-Statistics/rkru-6vcg/about_data" TargetMode="External"/><Relationship Id="rId9"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Text Box 81">
            <a:extLst>
              <a:ext uri="{FF2B5EF4-FFF2-40B4-BE49-F238E27FC236}">
                <a16:creationId xmlns:a16="http://schemas.microsoft.com/office/drawing/2014/main" id="{DA42C7E0-7E7E-3A1B-E7DD-ABFC05E7AC88}"/>
              </a:ext>
            </a:extLst>
          </p:cNvPr>
          <p:cNvSpPr txBox="1">
            <a:spLocks noChangeArrowheads="1"/>
          </p:cNvSpPr>
          <p:nvPr/>
        </p:nvSpPr>
        <p:spPr bwMode="auto">
          <a:xfrm>
            <a:off x="0" y="29298900"/>
            <a:ext cx="42808525" cy="993775"/>
          </a:xfrm>
          <a:prstGeom prst="rect">
            <a:avLst/>
          </a:prstGeom>
          <a:solidFill>
            <a:srgbClr val="006684"/>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nchorCtr="1"/>
          <a:lstStyle>
            <a:lvl1pPr defTabSz="915988">
              <a:defRPr sz="2300">
                <a:solidFill>
                  <a:schemeClr val="tx1"/>
                </a:solidFill>
                <a:latin typeface="Arial" panose="020B0604020202020204" pitchFamily="34" charset="0"/>
                <a:ea typeface="MS PGothic" panose="020B0600070205080204" pitchFamily="34" charset="-128"/>
              </a:defRPr>
            </a:lvl1pPr>
            <a:lvl2pPr marL="742950" indent="-285750" defTabSz="915988">
              <a:defRPr sz="2300">
                <a:solidFill>
                  <a:schemeClr val="tx1"/>
                </a:solidFill>
                <a:latin typeface="Arial" panose="020B0604020202020204" pitchFamily="34" charset="0"/>
                <a:ea typeface="MS PGothic" panose="020B0600070205080204" pitchFamily="34" charset="-128"/>
              </a:defRPr>
            </a:lvl2pPr>
            <a:lvl3pPr marL="1143000" indent="-228600" defTabSz="915988">
              <a:defRPr sz="2300">
                <a:solidFill>
                  <a:schemeClr val="tx1"/>
                </a:solidFill>
                <a:latin typeface="Arial" panose="020B0604020202020204" pitchFamily="34" charset="0"/>
                <a:ea typeface="MS PGothic" panose="020B0600070205080204" pitchFamily="34" charset="-128"/>
              </a:defRPr>
            </a:lvl3pPr>
            <a:lvl4pPr marL="1600200" indent="-228600" defTabSz="915988">
              <a:defRPr sz="2300">
                <a:solidFill>
                  <a:schemeClr val="tx1"/>
                </a:solidFill>
                <a:latin typeface="Arial" panose="020B0604020202020204" pitchFamily="34" charset="0"/>
                <a:ea typeface="MS PGothic" panose="020B0600070205080204" pitchFamily="34" charset="-128"/>
              </a:defRPr>
            </a:lvl4pPr>
            <a:lvl5pPr marL="2057400" indent="-228600" defTabSz="915988">
              <a:defRPr sz="2300">
                <a:solidFill>
                  <a:schemeClr val="tx1"/>
                </a:solidFill>
                <a:latin typeface="Arial" panose="020B0604020202020204" pitchFamily="34" charset="0"/>
                <a:ea typeface="MS PGothic" panose="020B0600070205080204" pitchFamily="34" charset="-128"/>
              </a:defRPr>
            </a:lvl5pPr>
            <a:lvl6pPr marL="2514600" indent="-228600" defTabSz="915988" eaLnBrk="0" fontAlgn="base" hangingPunct="0">
              <a:spcBef>
                <a:spcPct val="0"/>
              </a:spcBef>
              <a:spcAft>
                <a:spcPct val="0"/>
              </a:spcAft>
              <a:defRPr sz="2300">
                <a:solidFill>
                  <a:schemeClr val="tx1"/>
                </a:solidFill>
                <a:latin typeface="Arial" panose="020B0604020202020204" pitchFamily="34" charset="0"/>
                <a:ea typeface="MS PGothic" panose="020B0600070205080204" pitchFamily="34" charset="-128"/>
              </a:defRPr>
            </a:lvl6pPr>
            <a:lvl7pPr marL="2971800" indent="-228600" defTabSz="915988" eaLnBrk="0" fontAlgn="base" hangingPunct="0">
              <a:spcBef>
                <a:spcPct val="0"/>
              </a:spcBef>
              <a:spcAft>
                <a:spcPct val="0"/>
              </a:spcAft>
              <a:defRPr sz="2300">
                <a:solidFill>
                  <a:schemeClr val="tx1"/>
                </a:solidFill>
                <a:latin typeface="Arial" panose="020B0604020202020204" pitchFamily="34" charset="0"/>
                <a:ea typeface="MS PGothic" panose="020B0600070205080204" pitchFamily="34" charset="-128"/>
              </a:defRPr>
            </a:lvl7pPr>
            <a:lvl8pPr marL="3429000" indent="-228600" defTabSz="915988" eaLnBrk="0" fontAlgn="base" hangingPunct="0">
              <a:spcBef>
                <a:spcPct val="0"/>
              </a:spcBef>
              <a:spcAft>
                <a:spcPct val="0"/>
              </a:spcAft>
              <a:defRPr sz="2300">
                <a:solidFill>
                  <a:schemeClr val="tx1"/>
                </a:solidFill>
                <a:latin typeface="Arial" panose="020B0604020202020204" pitchFamily="34" charset="0"/>
                <a:ea typeface="MS PGothic" panose="020B0600070205080204" pitchFamily="34" charset="-128"/>
              </a:defRPr>
            </a:lvl8pPr>
            <a:lvl9pPr marL="3886200" indent="-228600" defTabSz="915988" eaLnBrk="0" fontAlgn="base" hangingPunct="0">
              <a:spcBef>
                <a:spcPct val="0"/>
              </a:spcBef>
              <a:spcAft>
                <a:spcPct val="0"/>
              </a:spcAft>
              <a:defRPr sz="2300">
                <a:solidFill>
                  <a:schemeClr val="tx1"/>
                </a:solidFill>
                <a:latin typeface="Arial" panose="020B0604020202020204" pitchFamily="34" charset="0"/>
                <a:ea typeface="MS PGothic" panose="020B0600070205080204" pitchFamily="34" charset="-128"/>
              </a:defRPr>
            </a:lvl9pPr>
          </a:lstStyle>
          <a:p>
            <a:pPr eaLnBrk="1" hangingPunct="1">
              <a:spcBef>
                <a:spcPct val="50000"/>
              </a:spcBef>
            </a:pPr>
            <a:endParaRPr lang="en-US" altLang="en-US" sz="5400" b="1">
              <a:solidFill>
                <a:srgbClr val="D11242"/>
              </a:solidFill>
              <a:cs typeface="Arial" panose="020B0604020202020204" pitchFamily="34" charset="0"/>
            </a:endParaRPr>
          </a:p>
        </p:txBody>
      </p:sp>
      <p:sp>
        <p:nvSpPr>
          <p:cNvPr id="3075" name="Rectangle 9">
            <a:extLst>
              <a:ext uri="{FF2B5EF4-FFF2-40B4-BE49-F238E27FC236}">
                <a16:creationId xmlns:a16="http://schemas.microsoft.com/office/drawing/2014/main" id="{28429DB4-7986-1244-DABF-784943EAD001}"/>
              </a:ext>
            </a:extLst>
          </p:cNvPr>
          <p:cNvSpPr>
            <a:spLocks noChangeArrowheads="1"/>
          </p:cNvSpPr>
          <p:nvPr/>
        </p:nvSpPr>
        <p:spPr bwMode="auto">
          <a:xfrm>
            <a:off x="1008063" y="29335413"/>
            <a:ext cx="30830837"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300">
                <a:solidFill>
                  <a:schemeClr val="tx1"/>
                </a:solidFill>
                <a:latin typeface="Arial" panose="020B0604020202020204" pitchFamily="34" charset="0"/>
                <a:ea typeface="MS PGothic" panose="020B0600070205080204" pitchFamily="34" charset="-128"/>
              </a:defRPr>
            </a:lvl1pPr>
            <a:lvl2pPr marL="742950" indent="-285750">
              <a:defRPr sz="2300">
                <a:solidFill>
                  <a:schemeClr val="tx1"/>
                </a:solidFill>
                <a:latin typeface="Arial" panose="020B0604020202020204" pitchFamily="34" charset="0"/>
                <a:ea typeface="MS PGothic" panose="020B0600070205080204" pitchFamily="34" charset="-128"/>
              </a:defRPr>
            </a:lvl2pPr>
            <a:lvl3pPr marL="1143000" indent="-228600">
              <a:defRPr sz="2300">
                <a:solidFill>
                  <a:schemeClr val="tx1"/>
                </a:solidFill>
                <a:latin typeface="Arial" panose="020B0604020202020204" pitchFamily="34" charset="0"/>
                <a:ea typeface="MS PGothic" panose="020B0600070205080204" pitchFamily="34" charset="-128"/>
              </a:defRPr>
            </a:lvl3pPr>
            <a:lvl4pPr marL="1600200" indent="-228600">
              <a:defRPr sz="2300">
                <a:solidFill>
                  <a:schemeClr val="tx1"/>
                </a:solidFill>
                <a:latin typeface="Arial" panose="020B0604020202020204" pitchFamily="34" charset="0"/>
                <a:ea typeface="MS PGothic" panose="020B0600070205080204" pitchFamily="34" charset="-128"/>
              </a:defRPr>
            </a:lvl4pPr>
            <a:lvl5pPr marL="2057400" indent="-228600">
              <a:defRPr sz="23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3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3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3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300">
                <a:solidFill>
                  <a:schemeClr val="tx1"/>
                </a:solidFill>
                <a:latin typeface="Arial" panose="020B0604020202020204" pitchFamily="34" charset="0"/>
                <a:ea typeface="MS PGothic" panose="020B0600070205080204" pitchFamily="34" charset="-128"/>
              </a:defRPr>
            </a:lvl9pPr>
          </a:lstStyle>
          <a:p>
            <a:pPr eaLnBrk="1" hangingPunct="1">
              <a:spcBef>
                <a:spcPct val="50000"/>
              </a:spcBef>
            </a:pPr>
            <a:r>
              <a:rPr lang="en-GB" altLang="en-US" sz="5400" b="1">
                <a:solidFill>
                  <a:schemeClr val="bg1"/>
                </a:solidFill>
                <a:cs typeface="Arial" panose="020B0604020202020204" pitchFamily="34" charset="0"/>
              </a:rPr>
              <a:t>Our Dedication.Your Journey.</a:t>
            </a:r>
          </a:p>
        </p:txBody>
      </p:sp>
      <p:sp>
        <p:nvSpPr>
          <p:cNvPr id="3076" name="Rectangle 5">
            <a:extLst>
              <a:ext uri="{FF2B5EF4-FFF2-40B4-BE49-F238E27FC236}">
                <a16:creationId xmlns:a16="http://schemas.microsoft.com/office/drawing/2014/main" id="{E0455453-AB29-2CFD-AEE8-B5D74A3DEA3D}"/>
              </a:ext>
            </a:extLst>
          </p:cNvPr>
          <p:cNvSpPr>
            <a:spLocks noChangeArrowheads="1"/>
          </p:cNvSpPr>
          <p:nvPr/>
        </p:nvSpPr>
        <p:spPr bwMode="auto">
          <a:xfrm>
            <a:off x="31964313" y="29322713"/>
            <a:ext cx="9853612"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300">
                <a:solidFill>
                  <a:schemeClr val="tx1"/>
                </a:solidFill>
                <a:latin typeface="Arial" panose="020B0604020202020204" pitchFamily="34" charset="0"/>
                <a:ea typeface="MS PGothic" panose="020B0600070205080204" pitchFamily="34" charset="-128"/>
              </a:defRPr>
            </a:lvl1pPr>
            <a:lvl2pPr marL="742950" indent="-285750">
              <a:defRPr sz="2300">
                <a:solidFill>
                  <a:schemeClr val="tx1"/>
                </a:solidFill>
                <a:latin typeface="Arial" panose="020B0604020202020204" pitchFamily="34" charset="0"/>
                <a:ea typeface="MS PGothic" panose="020B0600070205080204" pitchFamily="34" charset="-128"/>
              </a:defRPr>
            </a:lvl2pPr>
            <a:lvl3pPr marL="1143000" indent="-228600">
              <a:defRPr sz="2300">
                <a:solidFill>
                  <a:schemeClr val="tx1"/>
                </a:solidFill>
                <a:latin typeface="Arial" panose="020B0604020202020204" pitchFamily="34" charset="0"/>
                <a:ea typeface="MS PGothic" panose="020B0600070205080204" pitchFamily="34" charset="-128"/>
              </a:defRPr>
            </a:lvl3pPr>
            <a:lvl4pPr marL="1600200" indent="-228600">
              <a:defRPr sz="2300">
                <a:solidFill>
                  <a:schemeClr val="tx1"/>
                </a:solidFill>
                <a:latin typeface="Arial" panose="020B0604020202020204" pitchFamily="34" charset="0"/>
                <a:ea typeface="MS PGothic" panose="020B0600070205080204" pitchFamily="34" charset="-128"/>
              </a:defRPr>
            </a:lvl4pPr>
            <a:lvl5pPr marL="2057400" indent="-228600">
              <a:defRPr sz="23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3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3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3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300">
                <a:solidFill>
                  <a:schemeClr val="tx1"/>
                </a:solidFill>
                <a:latin typeface="Arial" panose="020B0604020202020204" pitchFamily="34" charset="0"/>
                <a:ea typeface="MS PGothic" panose="020B0600070205080204" pitchFamily="34" charset="-128"/>
              </a:defRPr>
            </a:lvl9pPr>
          </a:lstStyle>
          <a:p>
            <a:pPr algn="r" eaLnBrk="1" hangingPunct="1">
              <a:spcBef>
                <a:spcPct val="50000"/>
              </a:spcBef>
            </a:pPr>
            <a:r>
              <a:rPr lang="en-GB" altLang="en-US" sz="5400" b="1">
                <a:solidFill>
                  <a:schemeClr val="bg1"/>
                </a:solidFill>
                <a:cs typeface="Arial" panose="020B0604020202020204" pitchFamily="34" charset="0"/>
              </a:rPr>
              <a:t>www.cct.ie</a:t>
            </a:r>
          </a:p>
        </p:txBody>
      </p:sp>
      <p:grpSp>
        <p:nvGrpSpPr>
          <p:cNvPr id="3077" name="Group 26">
            <a:extLst>
              <a:ext uri="{FF2B5EF4-FFF2-40B4-BE49-F238E27FC236}">
                <a16:creationId xmlns:a16="http://schemas.microsoft.com/office/drawing/2014/main" id="{9599F1A5-6B68-8817-682D-E714EDBB9730}"/>
              </a:ext>
            </a:extLst>
          </p:cNvPr>
          <p:cNvGrpSpPr>
            <a:grpSpLocks/>
          </p:cNvGrpSpPr>
          <p:nvPr/>
        </p:nvGrpSpPr>
        <p:grpSpPr bwMode="auto">
          <a:xfrm>
            <a:off x="886558" y="8861584"/>
            <a:ext cx="12919887" cy="1126332"/>
            <a:chOff x="893982" y="14652833"/>
            <a:chExt cx="12919667" cy="1126252"/>
          </a:xfrm>
        </p:grpSpPr>
        <p:sp>
          <p:nvSpPr>
            <p:cNvPr id="3102" name="Rectangle 249">
              <a:extLst>
                <a:ext uri="{FF2B5EF4-FFF2-40B4-BE49-F238E27FC236}">
                  <a16:creationId xmlns:a16="http://schemas.microsoft.com/office/drawing/2014/main" id="{8B2C2FD0-7647-0CC3-FDD7-EC92660AF073}"/>
                </a:ext>
              </a:extLst>
            </p:cNvPr>
            <p:cNvSpPr>
              <a:spLocks noChangeArrowheads="1"/>
            </p:cNvSpPr>
            <p:nvPr/>
          </p:nvSpPr>
          <p:spPr bwMode="auto">
            <a:xfrm>
              <a:off x="893982" y="14671089"/>
              <a:ext cx="12887106" cy="11079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300">
                  <a:solidFill>
                    <a:schemeClr val="tx1"/>
                  </a:solidFill>
                  <a:latin typeface="Arial" panose="020B0604020202020204" pitchFamily="34" charset="0"/>
                  <a:ea typeface="MS PGothic" panose="020B0600070205080204" pitchFamily="34" charset="-128"/>
                </a:defRPr>
              </a:lvl1pPr>
              <a:lvl2pPr marL="742950" indent="-285750">
                <a:defRPr sz="2300">
                  <a:solidFill>
                    <a:schemeClr val="tx1"/>
                  </a:solidFill>
                  <a:latin typeface="Arial" panose="020B0604020202020204" pitchFamily="34" charset="0"/>
                  <a:ea typeface="MS PGothic" panose="020B0600070205080204" pitchFamily="34" charset="-128"/>
                </a:defRPr>
              </a:lvl2pPr>
              <a:lvl3pPr marL="1143000" indent="-228600">
                <a:defRPr sz="2300">
                  <a:solidFill>
                    <a:schemeClr val="tx1"/>
                  </a:solidFill>
                  <a:latin typeface="Arial" panose="020B0604020202020204" pitchFamily="34" charset="0"/>
                  <a:ea typeface="MS PGothic" panose="020B0600070205080204" pitchFamily="34" charset="-128"/>
                </a:defRPr>
              </a:lvl3pPr>
              <a:lvl4pPr marL="1600200" indent="-228600">
                <a:defRPr sz="2300">
                  <a:solidFill>
                    <a:schemeClr val="tx1"/>
                  </a:solidFill>
                  <a:latin typeface="Arial" panose="020B0604020202020204" pitchFamily="34" charset="0"/>
                  <a:ea typeface="MS PGothic" panose="020B0600070205080204" pitchFamily="34" charset="-128"/>
                </a:defRPr>
              </a:lvl4pPr>
              <a:lvl5pPr marL="2057400" indent="-228600">
                <a:defRPr sz="23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3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3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3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300">
                  <a:solidFill>
                    <a:schemeClr val="tx1"/>
                  </a:solidFill>
                  <a:latin typeface="Arial" panose="020B0604020202020204" pitchFamily="34" charset="0"/>
                  <a:ea typeface="MS PGothic" panose="020B0600070205080204" pitchFamily="34" charset="-128"/>
                </a:defRPr>
              </a:lvl9pPr>
            </a:lstStyle>
            <a:p>
              <a:r>
                <a:rPr lang="en-GB" altLang="en-US" sz="6600" b="1" dirty="0">
                  <a:solidFill>
                    <a:srgbClr val="006684"/>
                  </a:solidFill>
                  <a:cs typeface="Arial" panose="020B0604020202020204" pitchFamily="34" charset="0"/>
                </a:rPr>
                <a:t>Methods</a:t>
              </a:r>
              <a:endParaRPr lang="en-US" altLang="en-US" sz="6600" dirty="0">
                <a:solidFill>
                  <a:srgbClr val="006684"/>
                </a:solidFill>
                <a:cs typeface="Arial" panose="020B0604020202020204" pitchFamily="34" charset="0"/>
              </a:endParaRPr>
            </a:p>
          </p:txBody>
        </p:sp>
        <p:cxnSp>
          <p:nvCxnSpPr>
            <p:cNvPr id="3103" name="Straight Connector 6">
              <a:extLst>
                <a:ext uri="{FF2B5EF4-FFF2-40B4-BE49-F238E27FC236}">
                  <a16:creationId xmlns:a16="http://schemas.microsoft.com/office/drawing/2014/main" id="{5A0FC86B-08BB-3C33-127C-CF04F24E68D9}"/>
                </a:ext>
              </a:extLst>
            </p:cNvPr>
            <p:cNvCxnSpPr>
              <a:cxnSpLocks noChangeShapeType="1"/>
            </p:cNvCxnSpPr>
            <p:nvPr/>
          </p:nvCxnSpPr>
          <p:spPr bwMode="auto">
            <a:xfrm flipV="1">
              <a:off x="1068135" y="14652833"/>
              <a:ext cx="12745514" cy="1"/>
            </a:xfrm>
            <a:prstGeom prst="line">
              <a:avLst/>
            </a:prstGeom>
            <a:noFill/>
            <a:ln w="12700">
              <a:solidFill>
                <a:srgbClr val="006684"/>
              </a:solidFill>
              <a:round/>
              <a:headEnd/>
              <a:tailEnd/>
            </a:ln>
            <a:extLst>
              <a:ext uri="{909E8E84-426E-40DD-AFC4-6F175D3DCCD1}">
                <a14:hiddenFill xmlns:a14="http://schemas.microsoft.com/office/drawing/2010/main">
                  <a:noFill/>
                </a14:hiddenFill>
              </a:ext>
            </a:extLst>
          </p:spPr>
        </p:cxnSp>
      </p:grpSp>
      <p:grpSp>
        <p:nvGrpSpPr>
          <p:cNvPr id="3078" name="Group 25">
            <a:extLst>
              <a:ext uri="{FF2B5EF4-FFF2-40B4-BE49-F238E27FC236}">
                <a16:creationId xmlns:a16="http://schemas.microsoft.com/office/drawing/2014/main" id="{ADA7C0DA-50E2-5C8F-A2AF-358C458B8116}"/>
              </a:ext>
            </a:extLst>
          </p:cNvPr>
          <p:cNvGrpSpPr>
            <a:grpSpLocks/>
          </p:cNvGrpSpPr>
          <p:nvPr/>
        </p:nvGrpSpPr>
        <p:grpSpPr bwMode="auto">
          <a:xfrm>
            <a:off x="866886" y="3941823"/>
            <a:ext cx="12885738" cy="1108075"/>
            <a:chOff x="967545" y="5020846"/>
            <a:chExt cx="12885433" cy="1107996"/>
          </a:xfrm>
        </p:grpSpPr>
        <p:sp>
          <p:nvSpPr>
            <p:cNvPr id="3100" name="Rectangle 241">
              <a:extLst>
                <a:ext uri="{FF2B5EF4-FFF2-40B4-BE49-F238E27FC236}">
                  <a16:creationId xmlns:a16="http://schemas.microsoft.com/office/drawing/2014/main" id="{61D65949-BDE2-EE1D-7E10-1AC641E7C1F3}"/>
                </a:ext>
              </a:extLst>
            </p:cNvPr>
            <p:cNvSpPr>
              <a:spLocks noChangeArrowheads="1"/>
            </p:cNvSpPr>
            <p:nvPr/>
          </p:nvSpPr>
          <p:spPr bwMode="auto">
            <a:xfrm>
              <a:off x="967545" y="5020846"/>
              <a:ext cx="12885433" cy="11079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300">
                  <a:solidFill>
                    <a:schemeClr val="tx1"/>
                  </a:solidFill>
                  <a:latin typeface="Arial" panose="020B0604020202020204" pitchFamily="34" charset="0"/>
                  <a:ea typeface="MS PGothic" panose="020B0600070205080204" pitchFamily="34" charset="-128"/>
                </a:defRPr>
              </a:lvl1pPr>
              <a:lvl2pPr marL="742950" indent="-285750">
                <a:defRPr sz="2300">
                  <a:solidFill>
                    <a:schemeClr val="tx1"/>
                  </a:solidFill>
                  <a:latin typeface="Arial" panose="020B0604020202020204" pitchFamily="34" charset="0"/>
                  <a:ea typeface="MS PGothic" panose="020B0600070205080204" pitchFamily="34" charset="-128"/>
                </a:defRPr>
              </a:lvl2pPr>
              <a:lvl3pPr marL="1143000" indent="-228600">
                <a:defRPr sz="2300">
                  <a:solidFill>
                    <a:schemeClr val="tx1"/>
                  </a:solidFill>
                  <a:latin typeface="Arial" panose="020B0604020202020204" pitchFamily="34" charset="0"/>
                  <a:ea typeface="MS PGothic" panose="020B0600070205080204" pitchFamily="34" charset="-128"/>
                </a:defRPr>
              </a:lvl3pPr>
              <a:lvl4pPr marL="1600200" indent="-228600">
                <a:defRPr sz="2300">
                  <a:solidFill>
                    <a:schemeClr val="tx1"/>
                  </a:solidFill>
                  <a:latin typeface="Arial" panose="020B0604020202020204" pitchFamily="34" charset="0"/>
                  <a:ea typeface="MS PGothic" panose="020B0600070205080204" pitchFamily="34" charset="-128"/>
                </a:defRPr>
              </a:lvl4pPr>
              <a:lvl5pPr marL="2057400" indent="-228600">
                <a:defRPr sz="23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3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3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3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300">
                  <a:solidFill>
                    <a:schemeClr val="tx1"/>
                  </a:solidFill>
                  <a:latin typeface="Arial" panose="020B0604020202020204" pitchFamily="34" charset="0"/>
                  <a:ea typeface="MS PGothic" panose="020B0600070205080204" pitchFamily="34" charset="-128"/>
                </a:defRPr>
              </a:lvl9pPr>
            </a:lstStyle>
            <a:p>
              <a:r>
                <a:rPr lang="en-GB" altLang="en-US" sz="6600" b="1">
                  <a:solidFill>
                    <a:srgbClr val="006684"/>
                  </a:solidFill>
                  <a:cs typeface="Arial" panose="020B0604020202020204" pitchFamily="34" charset="0"/>
                </a:rPr>
                <a:t>Introduction</a:t>
              </a:r>
              <a:endParaRPr lang="en-US" altLang="en-US" sz="6600">
                <a:solidFill>
                  <a:srgbClr val="006684"/>
                </a:solidFill>
                <a:cs typeface="Arial" panose="020B0604020202020204" pitchFamily="34" charset="0"/>
              </a:endParaRPr>
            </a:p>
          </p:txBody>
        </p:sp>
        <p:cxnSp>
          <p:nvCxnSpPr>
            <p:cNvPr id="3101" name="Straight Connector 6">
              <a:extLst>
                <a:ext uri="{FF2B5EF4-FFF2-40B4-BE49-F238E27FC236}">
                  <a16:creationId xmlns:a16="http://schemas.microsoft.com/office/drawing/2014/main" id="{21F7EC07-B148-D9BE-2249-AB0AD599DA6B}"/>
                </a:ext>
              </a:extLst>
            </p:cNvPr>
            <p:cNvCxnSpPr>
              <a:cxnSpLocks noChangeShapeType="1"/>
            </p:cNvCxnSpPr>
            <p:nvPr/>
          </p:nvCxnSpPr>
          <p:spPr bwMode="auto">
            <a:xfrm flipV="1">
              <a:off x="1107464" y="5164436"/>
              <a:ext cx="12745514" cy="1"/>
            </a:xfrm>
            <a:prstGeom prst="line">
              <a:avLst/>
            </a:prstGeom>
            <a:noFill/>
            <a:ln w="12700">
              <a:solidFill>
                <a:srgbClr val="006684"/>
              </a:solidFill>
              <a:round/>
              <a:headEnd/>
              <a:tailEnd/>
            </a:ln>
            <a:extLst>
              <a:ext uri="{909E8E84-426E-40DD-AFC4-6F175D3DCCD1}">
                <a14:hiddenFill xmlns:a14="http://schemas.microsoft.com/office/drawing/2010/main">
                  <a:noFill/>
                </a14:hiddenFill>
              </a:ext>
            </a:extLst>
          </p:spPr>
        </p:cxnSp>
      </p:grpSp>
      <p:sp>
        <p:nvSpPr>
          <p:cNvPr id="3079" name="Rectangle 24">
            <a:extLst>
              <a:ext uri="{FF2B5EF4-FFF2-40B4-BE49-F238E27FC236}">
                <a16:creationId xmlns:a16="http://schemas.microsoft.com/office/drawing/2014/main" id="{E57EFA5B-7709-8A81-3AE8-59BCDA41D104}"/>
              </a:ext>
            </a:extLst>
          </p:cNvPr>
          <p:cNvSpPr>
            <a:spLocks noChangeArrowheads="1"/>
          </p:cNvSpPr>
          <p:nvPr/>
        </p:nvSpPr>
        <p:spPr bwMode="auto">
          <a:xfrm>
            <a:off x="886558" y="4995579"/>
            <a:ext cx="12936538" cy="38842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defTabSz="915988">
              <a:defRPr sz="2300">
                <a:solidFill>
                  <a:schemeClr val="tx1"/>
                </a:solidFill>
                <a:latin typeface="Arial" panose="020B0604020202020204" pitchFamily="34" charset="0"/>
                <a:ea typeface="MS PGothic" panose="020B0600070205080204" pitchFamily="34" charset="-128"/>
              </a:defRPr>
            </a:lvl1pPr>
            <a:lvl2pPr marL="742950" indent="-285750" defTabSz="915988">
              <a:defRPr sz="2300">
                <a:solidFill>
                  <a:schemeClr val="tx1"/>
                </a:solidFill>
                <a:latin typeface="Arial" panose="020B0604020202020204" pitchFamily="34" charset="0"/>
                <a:ea typeface="MS PGothic" panose="020B0600070205080204" pitchFamily="34" charset="-128"/>
              </a:defRPr>
            </a:lvl2pPr>
            <a:lvl3pPr marL="1143000" indent="-228600" defTabSz="915988">
              <a:defRPr sz="2300">
                <a:solidFill>
                  <a:schemeClr val="tx1"/>
                </a:solidFill>
                <a:latin typeface="Arial" panose="020B0604020202020204" pitchFamily="34" charset="0"/>
                <a:ea typeface="MS PGothic" panose="020B0600070205080204" pitchFamily="34" charset="-128"/>
              </a:defRPr>
            </a:lvl3pPr>
            <a:lvl4pPr marL="1600200" indent="-228600" defTabSz="915988">
              <a:defRPr sz="2300">
                <a:solidFill>
                  <a:schemeClr val="tx1"/>
                </a:solidFill>
                <a:latin typeface="Arial" panose="020B0604020202020204" pitchFamily="34" charset="0"/>
                <a:ea typeface="MS PGothic" panose="020B0600070205080204" pitchFamily="34" charset="-128"/>
              </a:defRPr>
            </a:lvl4pPr>
            <a:lvl5pPr marL="2057400" indent="-228600" defTabSz="915988">
              <a:defRPr sz="2300">
                <a:solidFill>
                  <a:schemeClr val="tx1"/>
                </a:solidFill>
                <a:latin typeface="Arial" panose="020B0604020202020204" pitchFamily="34" charset="0"/>
                <a:ea typeface="MS PGothic" panose="020B0600070205080204" pitchFamily="34" charset="-128"/>
              </a:defRPr>
            </a:lvl5pPr>
            <a:lvl6pPr marL="2514600" indent="-228600" defTabSz="915988" eaLnBrk="0" fontAlgn="base" hangingPunct="0">
              <a:spcBef>
                <a:spcPct val="0"/>
              </a:spcBef>
              <a:spcAft>
                <a:spcPct val="0"/>
              </a:spcAft>
              <a:defRPr sz="2300">
                <a:solidFill>
                  <a:schemeClr val="tx1"/>
                </a:solidFill>
                <a:latin typeface="Arial" panose="020B0604020202020204" pitchFamily="34" charset="0"/>
                <a:ea typeface="MS PGothic" panose="020B0600070205080204" pitchFamily="34" charset="-128"/>
              </a:defRPr>
            </a:lvl6pPr>
            <a:lvl7pPr marL="2971800" indent="-228600" defTabSz="915988" eaLnBrk="0" fontAlgn="base" hangingPunct="0">
              <a:spcBef>
                <a:spcPct val="0"/>
              </a:spcBef>
              <a:spcAft>
                <a:spcPct val="0"/>
              </a:spcAft>
              <a:defRPr sz="2300">
                <a:solidFill>
                  <a:schemeClr val="tx1"/>
                </a:solidFill>
                <a:latin typeface="Arial" panose="020B0604020202020204" pitchFamily="34" charset="0"/>
                <a:ea typeface="MS PGothic" panose="020B0600070205080204" pitchFamily="34" charset="-128"/>
              </a:defRPr>
            </a:lvl7pPr>
            <a:lvl8pPr marL="3429000" indent="-228600" defTabSz="915988" eaLnBrk="0" fontAlgn="base" hangingPunct="0">
              <a:spcBef>
                <a:spcPct val="0"/>
              </a:spcBef>
              <a:spcAft>
                <a:spcPct val="0"/>
              </a:spcAft>
              <a:defRPr sz="2300">
                <a:solidFill>
                  <a:schemeClr val="tx1"/>
                </a:solidFill>
                <a:latin typeface="Arial" panose="020B0604020202020204" pitchFamily="34" charset="0"/>
                <a:ea typeface="MS PGothic" panose="020B0600070205080204" pitchFamily="34" charset="-128"/>
              </a:defRPr>
            </a:lvl8pPr>
            <a:lvl9pPr marL="3886200" indent="-228600" defTabSz="915988" eaLnBrk="0" fontAlgn="base" hangingPunct="0">
              <a:spcBef>
                <a:spcPct val="0"/>
              </a:spcBef>
              <a:spcAft>
                <a:spcPct val="0"/>
              </a:spcAft>
              <a:defRPr sz="2300">
                <a:solidFill>
                  <a:schemeClr val="tx1"/>
                </a:solidFill>
                <a:latin typeface="Arial" panose="020B0604020202020204" pitchFamily="34" charset="0"/>
                <a:ea typeface="MS PGothic" panose="020B0600070205080204" pitchFamily="34" charset="-128"/>
              </a:defRPr>
            </a:lvl9pPr>
          </a:lstStyle>
          <a:p>
            <a:pPr algn="just" eaLnBrk="1" hangingPunct="1">
              <a:lnSpc>
                <a:spcPts val="5000"/>
              </a:lnSpc>
              <a:spcBef>
                <a:spcPts val="1800"/>
              </a:spcBef>
            </a:pPr>
            <a:r>
              <a:rPr lang="en-IE" sz="3600" dirty="0">
                <a:cs typeface="Arial" panose="020B0604020202020204" pitchFamily="34" charset="0"/>
              </a:rPr>
              <a:t>This study analyses the “Airline Traffic Passenger Statistics” from SFO International Airport (2006-2015), bridging the gap between raw data and professional aviation experience. By cleaning and standardizing the dataset in Excel and visualizing it in Tableau, we identified critical trends for future airport management.</a:t>
            </a:r>
            <a:r>
              <a:rPr lang="en-IE" sz="3600" dirty="0">
                <a:effectLst/>
                <a:cs typeface="Arial" panose="020B0604020202020204" pitchFamily="34" charset="0"/>
              </a:rPr>
              <a:t> </a:t>
            </a:r>
            <a:endParaRPr lang="en-GB" altLang="en-US" sz="3600" dirty="0">
              <a:cs typeface="Arial" panose="020B0604020202020204" pitchFamily="34" charset="0"/>
            </a:endParaRPr>
          </a:p>
        </p:txBody>
      </p:sp>
      <p:sp>
        <p:nvSpPr>
          <p:cNvPr id="3080" name="Rectangle 86">
            <a:extLst>
              <a:ext uri="{FF2B5EF4-FFF2-40B4-BE49-F238E27FC236}">
                <a16:creationId xmlns:a16="http://schemas.microsoft.com/office/drawing/2014/main" id="{EDAFDC14-1BE3-CD12-8C91-A97C94553DCD}"/>
              </a:ext>
            </a:extLst>
          </p:cNvPr>
          <p:cNvSpPr>
            <a:spLocks noChangeArrowheads="1"/>
          </p:cNvSpPr>
          <p:nvPr/>
        </p:nvSpPr>
        <p:spPr bwMode="auto">
          <a:xfrm>
            <a:off x="883555" y="9861255"/>
            <a:ext cx="13100050" cy="109374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defTabSz="915988">
              <a:defRPr sz="2300">
                <a:solidFill>
                  <a:schemeClr val="tx1"/>
                </a:solidFill>
                <a:latin typeface="Arial" panose="020B0604020202020204" pitchFamily="34" charset="0"/>
                <a:ea typeface="MS PGothic" panose="020B0600070205080204" pitchFamily="34" charset="-128"/>
              </a:defRPr>
            </a:lvl1pPr>
            <a:lvl2pPr marL="742950" indent="-285750" defTabSz="915988">
              <a:defRPr sz="2300">
                <a:solidFill>
                  <a:schemeClr val="tx1"/>
                </a:solidFill>
                <a:latin typeface="Arial" panose="020B0604020202020204" pitchFamily="34" charset="0"/>
                <a:ea typeface="MS PGothic" panose="020B0600070205080204" pitchFamily="34" charset="-128"/>
              </a:defRPr>
            </a:lvl2pPr>
            <a:lvl3pPr marL="1143000" indent="-228600" defTabSz="915988">
              <a:defRPr sz="2300">
                <a:solidFill>
                  <a:schemeClr val="tx1"/>
                </a:solidFill>
                <a:latin typeface="Arial" panose="020B0604020202020204" pitchFamily="34" charset="0"/>
                <a:ea typeface="MS PGothic" panose="020B0600070205080204" pitchFamily="34" charset="-128"/>
              </a:defRPr>
            </a:lvl3pPr>
            <a:lvl4pPr marL="1600200" indent="-228600" defTabSz="915988">
              <a:defRPr sz="2300">
                <a:solidFill>
                  <a:schemeClr val="tx1"/>
                </a:solidFill>
                <a:latin typeface="Arial" panose="020B0604020202020204" pitchFamily="34" charset="0"/>
                <a:ea typeface="MS PGothic" panose="020B0600070205080204" pitchFamily="34" charset="-128"/>
              </a:defRPr>
            </a:lvl4pPr>
            <a:lvl5pPr marL="2057400" indent="-228600" defTabSz="915988">
              <a:defRPr sz="2300">
                <a:solidFill>
                  <a:schemeClr val="tx1"/>
                </a:solidFill>
                <a:latin typeface="Arial" panose="020B0604020202020204" pitchFamily="34" charset="0"/>
                <a:ea typeface="MS PGothic" panose="020B0600070205080204" pitchFamily="34" charset="-128"/>
              </a:defRPr>
            </a:lvl5pPr>
            <a:lvl6pPr marL="2514600" indent="-228600" defTabSz="915988" eaLnBrk="0" fontAlgn="base" hangingPunct="0">
              <a:spcBef>
                <a:spcPct val="0"/>
              </a:spcBef>
              <a:spcAft>
                <a:spcPct val="0"/>
              </a:spcAft>
              <a:defRPr sz="2300">
                <a:solidFill>
                  <a:schemeClr val="tx1"/>
                </a:solidFill>
                <a:latin typeface="Arial" panose="020B0604020202020204" pitchFamily="34" charset="0"/>
                <a:ea typeface="MS PGothic" panose="020B0600070205080204" pitchFamily="34" charset="-128"/>
              </a:defRPr>
            </a:lvl6pPr>
            <a:lvl7pPr marL="2971800" indent="-228600" defTabSz="915988" eaLnBrk="0" fontAlgn="base" hangingPunct="0">
              <a:spcBef>
                <a:spcPct val="0"/>
              </a:spcBef>
              <a:spcAft>
                <a:spcPct val="0"/>
              </a:spcAft>
              <a:defRPr sz="2300">
                <a:solidFill>
                  <a:schemeClr val="tx1"/>
                </a:solidFill>
                <a:latin typeface="Arial" panose="020B0604020202020204" pitchFamily="34" charset="0"/>
                <a:ea typeface="MS PGothic" panose="020B0600070205080204" pitchFamily="34" charset="-128"/>
              </a:defRPr>
            </a:lvl7pPr>
            <a:lvl8pPr marL="3429000" indent="-228600" defTabSz="915988" eaLnBrk="0" fontAlgn="base" hangingPunct="0">
              <a:spcBef>
                <a:spcPct val="0"/>
              </a:spcBef>
              <a:spcAft>
                <a:spcPct val="0"/>
              </a:spcAft>
              <a:defRPr sz="2300">
                <a:solidFill>
                  <a:schemeClr val="tx1"/>
                </a:solidFill>
                <a:latin typeface="Arial" panose="020B0604020202020204" pitchFamily="34" charset="0"/>
                <a:ea typeface="MS PGothic" panose="020B0600070205080204" pitchFamily="34" charset="-128"/>
              </a:defRPr>
            </a:lvl8pPr>
            <a:lvl9pPr marL="3886200" indent="-228600" defTabSz="915988" eaLnBrk="0" fontAlgn="base" hangingPunct="0">
              <a:spcBef>
                <a:spcPct val="0"/>
              </a:spcBef>
              <a:spcAft>
                <a:spcPct val="0"/>
              </a:spcAft>
              <a:defRPr sz="2300">
                <a:solidFill>
                  <a:schemeClr val="tx1"/>
                </a:solidFill>
                <a:latin typeface="Arial" panose="020B0604020202020204" pitchFamily="34" charset="0"/>
                <a:ea typeface="MS PGothic" panose="020B0600070205080204" pitchFamily="34" charset="-128"/>
              </a:defRPr>
            </a:lvl9pPr>
          </a:lstStyle>
          <a:p>
            <a:pPr algn="just">
              <a:lnSpc>
                <a:spcPts val="5000"/>
              </a:lnSpc>
            </a:pPr>
            <a:r>
              <a:rPr lang="en-IE" sz="3600" dirty="0">
                <a:cs typeface="Arial" panose="020B0604020202020204" pitchFamily="34" charset="0"/>
              </a:rPr>
              <a:t>This study employed a structured data science workflow to ensure the reliability of the strategic insights. The original "Airline Traffic Passenger Statistics" dataset underwent a rigorous preparation phase:</a:t>
            </a:r>
          </a:p>
          <a:p>
            <a:pPr algn="just">
              <a:lnSpc>
                <a:spcPts val="5000"/>
              </a:lnSpc>
            </a:pPr>
            <a:r>
              <a:rPr lang="en-IE" sz="3600" b="1" dirty="0">
                <a:cs typeface="Arial" panose="020B0604020202020204" pitchFamily="34" charset="0"/>
              </a:rPr>
              <a:t>Data Cleaning:</a:t>
            </a:r>
            <a:r>
              <a:rPr lang="en-IE" sz="3600" dirty="0">
                <a:cs typeface="Arial" panose="020B0604020202020204" pitchFamily="34" charset="0"/>
              </a:rPr>
              <a:t> Fifty-four null values in IATA codes were recategorized as "OTH" to account for non-commercial ground and private operations without losing operational context.</a:t>
            </a:r>
          </a:p>
          <a:p>
            <a:pPr algn="just">
              <a:lnSpc>
                <a:spcPts val="5000"/>
              </a:lnSpc>
            </a:pPr>
            <a:r>
              <a:rPr lang="en-IE" sz="3600" b="1" dirty="0">
                <a:cs typeface="Arial" panose="020B0604020202020204" pitchFamily="34" charset="0"/>
              </a:rPr>
              <a:t>Standardization:</a:t>
            </a:r>
            <a:r>
              <a:rPr lang="en-IE" sz="3600" dirty="0">
                <a:cs typeface="Arial" panose="020B0604020202020204" pitchFamily="34" charset="0"/>
              </a:rPr>
              <a:t> Trimming of whitespaces in airline names and the unification of United Airlines' historical records (pre and post-2013) were performed to ensure longitudinal consistency.</a:t>
            </a:r>
          </a:p>
          <a:p>
            <a:pPr algn="just">
              <a:lnSpc>
                <a:spcPts val="5000"/>
              </a:lnSpc>
            </a:pPr>
            <a:r>
              <a:rPr lang="en-IE" sz="3600" b="1" dirty="0">
                <a:cs typeface="Arial" panose="020B0604020202020204" pitchFamily="34" charset="0"/>
              </a:rPr>
              <a:t>Tools Used:</a:t>
            </a:r>
            <a:r>
              <a:rPr lang="en-IE" sz="3600" dirty="0">
                <a:cs typeface="Arial" panose="020B0604020202020204" pitchFamily="34" charset="0"/>
              </a:rPr>
              <a:t> </a:t>
            </a:r>
            <a:r>
              <a:rPr lang="en-IE" sz="3600" b="1" dirty="0">
                <a:cs typeface="Arial" panose="020B0604020202020204" pitchFamily="34" charset="0"/>
              </a:rPr>
              <a:t>Microsoft Excel</a:t>
            </a:r>
            <a:r>
              <a:rPr lang="en-IE" sz="3600" dirty="0">
                <a:cs typeface="Arial" panose="020B0604020202020204" pitchFamily="34" charset="0"/>
              </a:rPr>
              <a:t> was used for initial data auditing and feature engineering (clustering regions), while </a:t>
            </a:r>
            <a:r>
              <a:rPr lang="en-IE" sz="3600" b="1" dirty="0">
                <a:cs typeface="Arial" panose="020B0604020202020204" pitchFamily="34" charset="0"/>
              </a:rPr>
              <a:t>Tableau</a:t>
            </a:r>
            <a:r>
              <a:rPr lang="en-IE" sz="3600" dirty="0">
                <a:cs typeface="Arial" panose="020B0604020202020204" pitchFamily="34" charset="0"/>
              </a:rPr>
              <a:t> was the primary engine for Exploratory Data Analysis (EDA) and final visualizations.</a:t>
            </a:r>
          </a:p>
          <a:p>
            <a:pPr algn="just">
              <a:lnSpc>
                <a:spcPts val="5000"/>
              </a:lnSpc>
            </a:pPr>
            <a:r>
              <a:rPr lang="en-IE" sz="3600" b="1" dirty="0">
                <a:cs typeface="Arial" panose="020B0604020202020204" pitchFamily="34" charset="0"/>
              </a:rPr>
              <a:t>Refinement:</a:t>
            </a:r>
            <a:r>
              <a:rPr lang="en-IE" sz="3600" dirty="0">
                <a:cs typeface="Arial" panose="020B0604020202020204" pitchFamily="34" charset="0"/>
              </a:rPr>
              <a:t> Academic tone and grammatical structure were polished using </a:t>
            </a:r>
            <a:r>
              <a:rPr lang="en-IE" sz="3600" b="1" dirty="0">
                <a:cs typeface="Arial" panose="020B0604020202020204" pitchFamily="34" charset="0"/>
              </a:rPr>
              <a:t>Google Gemini</a:t>
            </a:r>
            <a:r>
              <a:rPr lang="en-IE" sz="3600" dirty="0">
                <a:cs typeface="Arial" panose="020B0604020202020204" pitchFamily="34" charset="0"/>
              </a:rPr>
              <a:t>, ensuring professional communication of domain-specific insights.</a:t>
            </a:r>
          </a:p>
        </p:txBody>
      </p:sp>
      <p:sp>
        <p:nvSpPr>
          <p:cNvPr id="3081" name="Rectangle 20">
            <a:extLst>
              <a:ext uri="{FF2B5EF4-FFF2-40B4-BE49-F238E27FC236}">
                <a16:creationId xmlns:a16="http://schemas.microsoft.com/office/drawing/2014/main" id="{6BFAD00D-036F-F188-3B8D-A6F8F1942904}"/>
              </a:ext>
            </a:extLst>
          </p:cNvPr>
          <p:cNvSpPr>
            <a:spLocks noChangeArrowheads="1"/>
          </p:cNvSpPr>
          <p:nvPr/>
        </p:nvSpPr>
        <p:spPr bwMode="auto">
          <a:xfrm>
            <a:off x="28591629" y="14643332"/>
            <a:ext cx="12787313"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300">
                <a:solidFill>
                  <a:schemeClr val="tx1"/>
                </a:solidFill>
                <a:latin typeface="Arial" panose="020B0604020202020204" pitchFamily="34" charset="0"/>
                <a:ea typeface="MS PGothic" panose="020B0600070205080204" pitchFamily="34" charset="-128"/>
              </a:defRPr>
            </a:lvl1pPr>
            <a:lvl2pPr marL="742950" indent="-285750">
              <a:defRPr sz="2300">
                <a:solidFill>
                  <a:schemeClr val="tx1"/>
                </a:solidFill>
                <a:latin typeface="Arial" panose="020B0604020202020204" pitchFamily="34" charset="0"/>
                <a:ea typeface="MS PGothic" panose="020B0600070205080204" pitchFamily="34" charset="-128"/>
              </a:defRPr>
            </a:lvl2pPr>
            <a:lvl3pPr marL="1143000" indent="-228600">
              <a:defRPr sz="2300">
                <a:solidFill>
                  <a:schemeClr val="tx1"/>
                </a:solidFill>
                <a:latin typeface="Arial" panose="020B0604020202020204" pitchFamily="34" charset="0"/>
                <a:ea typeface="MS PGothic" panose="020B0600070205080204" pitchFamily="34" charset="-128"/>
              </a:defRPr>
            </a:lvl3pPr>
            <a:lvl4pPr marL="1600200" indent="-228600">
              <a:defRPr sz="2300">
                <a:solidFill>
                  <a:schemeClr val="tx1"/>
                </a:solidFill>
                <a:latin typeface="Arial" panose="020B0604020202020204" pitchFamily="34" charset="0"/>
                <a:ea typeface="MS PGothic" panose="020B0600070205080204" pitchFamily="34" charset="-128"/>
              </a:defRPr>
            </a:lvl4pPr>
            <a:lvl5pPr marL="2057400" indent="-228600">
              <a:defRPr sz="23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3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3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3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300">
                <a:solidFill>
                  <a:schemeClr val="tx1"/>
                </a:solidFill>
                <a:latin typeface="Arial" panose="020B0604020202020204" pitchFamily="34" charset="0"/>
                <a:ea typeface="MS PGothic" panose="020B0600070205080204" pitchFamily="34" charset="-128"/>
              </a:defRPr>
            </a:lvl9pPr>
          </a:lstStyle>
          <a:p>
            <a:pPr eaLnBrk="1" hangingPunct="1"/>
            <a:endParaRPr lang="en-US" altLang="en-US" sz="2400">
              <a:cs typeface="Arial" panose="020B0604020202020204" pitchFamily="34" charset="0"/>
            </a:endParaRPr>
          </a:p>
        </p:txBody>
      </p:sp>
      <p:sp>
        <p:nvSpPr>
          <p:cNvPr id="3082" name="Rectangle 20">
            <a:extLst>
              <a:ext uri="{FF2B5EF4-FFF2-40B4-BE49-F238E27FC236}">
                <a16:creationId xmlns:a16="http://schemas.microsoft.com/office/drawing/2014/main" id="{0F812651-E5BA-25C1-9245-236CEE3C80E2}"/>
              </a:ext>
            </a:extLst>
          </p:cNvPr>
          <p:cNvSpPr>
            <a:spLocks noChangeArrowheads="1"/>
          </p:cNvSpPr>
          <p:nvPr/>
        </p:nvSpPr>
        <p:spPr bwMode="auto">
          <a:xfrm>
            <a:off x="14706355" y="9473901"/>
            <a:ext cx="12787313" cy="489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300">
                <a:solidFill>
                  <a:schemeClr val="tx1"/>
                </a:solidFill>
                <a:latin typeface="Arial" panose="020B0604020202020204" pitchFamily="34" charset="0"/>
                <a:ea typeface="MS PGothic" panose="020B0600070205080204" pitchFamily="34" charset="-128"/>
              </a:defRPr>
            </a:lvl1pPr>
            <a:lvl2pPr marL="742950" indent="-285750">
              <a:defRPr sz="2300">
                <a:solidFill>
                  <a:schemeClr val="tx1"/>
                </a:solidFill>
                <a:latin typeface="Arial" panose="020B0604020202020204" pitchFamily="34" charset="0"/>
                <a:ea typeface="MS PGothic" panose="020B0600070205080204" pitchFamily="34" charset="-128"/>
              </a:defRPr>
            </a:lvl2pPr>
            <a:lvl3pPr marL="1143000" indent="-228600">
              <a:defRPr sz="2300">
                <a:solidFill>
                  <a:schemeClr val="tx1"/>
                </a:solidFill>
                <a:latin typeface="Arial" panose="020B0604020202020204" pitchFamily="34" charset="0"/>
                <a:ea typeface="MS PGothic" panose="020B0600070205080204" pitchFamily="34" charset="-128"/>
              </a:defRPr>
            </a:lvl3pPr>
            <a:lvl4pPr marL="1600200" indent="-228600">
              <a:defRPr sz="2300">
                <a:solidFill>
                  <a:schemeClr val="tx1"/>
                </a:solidFill>
                <a:latin typeface="Arial" panose="020B0604020202020204" pitchFamily="34" charset="0"/>
                <a:ea typeface="MS PGothic" panose="020B0600070205080204" pitchFamily="34" charset="-128"/>
              </a:defRPr>
            </a:lvl4pPr>
            <a:lvl5pPr marL="2057400" indent="-228600">
              <a:defRPr sz="23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3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3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3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300">
                <a:solidFill>
                  <a:schemeClr val="tx1"/>
                </a:solidFill>
                <a:latin typeface="Arial" panose="020B0604020202020204" pitchFamily="34" charset="0"/>
                <a:ea typeface="MS PGothic" panose="020B0600070205080204" pitchFamily="34" charset="-128"/>
              </a:defRPr>
            </a:lvl9pPr>
          </a:lstStyle>
          <a:p>
            <a:pPr eaLnBrk="1" hangingPunct="1">
              <a:lnSpc>
                <a:spcPts val="3400"/>
              </a:lnSpc>
            </a:pPr>
            <a:r>
              <a:rPr lang="en-GB" altLang="en-US" sz="2400" b="1" dirty="0">
                <a:cs typeface="Arial" panose="020B0604020202020204" pitchFamily="34" charset="0"/>
              </a:rPr>
              <a:t>Fig. 1 </a:t>
            </a:r>
            <a:r>
              <a:rPr lang="en-IE" sz="2400" dirty="0"/>
              <a:t>Time Series - Growth of Passengers over the Years.</a:t>
            </a:r>
            <a:r>
              <a:rPr lang="en-IE" sz="2400" dirty="0">
                <a:effectLst/>
              </a:rPr>
              <a:t> </a:t>
            </a:r>
            <a:endParaRPr lang="en-GB" altLang="en-US" sz="2400" dirty="0">
              <a:cs typeface="Arial" panose="020B0604020202020204" pitchFamily="34" charset="0"/>
            </a:endParaRPr>
          </a:p>
        </p:txBody>
      </p:sp>
      <p:sp>
        <p:nvSpPr>
          <p:cNvPr id="3083" name="Rectangle 30">
            <a:extLst>
              <a:ext uri="{FF2B5EF4-FFF2-40B4-BE49-F238E27FC236}">
                <a16:creationId xmlns:a16="http://schemas.microsoft.com/office/drawing/2014/main" id="{666D1F02-E65F-EA29-D47C-B30E73F51FFC}"/>
              </a:ext>
            </a:extLst>
          </p:cNvPr>
          <p:cNvSpPr>
            <a:spLocks noChangeArrowheads="1"/>
          </p:cNvSpPr>
          <p:nvPr/>
        </p:nvSpPr>
        <p:spPr bwMode="auto">
          <a:xfrm>
            <a:off x="15109825" y="13462000"/>
            <a:ext cx="517525"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300">
                <a:solidFill>
                  <a:schemeClr val="tx1"/>
                </a:solidFill>
                <a:latin typeface="Arial" panose="020B0604020202020204" pitchFamily="34" charset="0"/>
                <a:ea typeface="MS PGothic" panose="020B0600070205080204" pitchFamily="34" charset="-128"/>
              </a:defRPr>
            </a:lvl1pPr>
            <a:lvl2pPr marL="742950" indent="-285750">
              <a:defRPr sz="2300">
                <a:solidFill>
                  <a:schemeClr val="tx1"/>
                </a:solidFill>
                <a:latin typeface="Arial" panose="020B0604020202020204" pitchFamily="34" charset="0"/>
                <a:ea typeface="MS PGothic" panose="020B0600070205080204" pitchFamily="34" charset="-128"/>
              </a:defRPr>
            </a:lvl2pPr>
            <a:lvl3pPr marL="1143000" indent="-228600">
              <a:defRPr sz="2300">
                <a:solidFill>
                  <a:schemeClr val="tx1"/>
                </a:solidFill>
                <a:latin typeface="Arial" panose="020B0604020202020204" pitchFamily="34" charset="0"/>
                <a:ea typeface="MS PGothic" panose="020B0600070205080204" pitchFamily="34" charset="-128"/>
              </a:defRPr>
            </a:lvl3pPr>
            <a:lvl4pPr marL="1600200" indent="-228600">
              <a:defRPr sz="2300">
                <a:solidFill>
                  <a:schemeClr val="tx1"/>
                </a:solidFill>
                <a:latin typeface="Arial" panose="020B0604020202020204" pitchFamily="34" charset="0"/>
                <a:ea typeface="MS PGothic" panose="020B0600070205080204" pitchFamily="34" charset="-128"/>
              </a:defRPr>
            </a:lvl4pPr>
            <a:lvl5pPr marL="2057400" indent="-228600">
              <a:defRPr sz="23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3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3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3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300">
                <a:solidFill>
                  <a:schemeClr val="tx1"/>
                </a:solidFill>
                <a:latin typeface="Arial" panose="020B0604020202020204" pitchFamily="34" charset="0"/>
                <a:ea typeface="MS PGothic" panose="020B0600070205080204" pitchFamily="34" charset="-128"/>
              </a:defRPr>
            </a:lvl9pPr>
          </a:lstStyle>
          <a:p>
            <a:endParaRPr lang="en-US" altLang="en-US" sz="3600" b="1"/>
          </a:p>
        </p:txBody>
      </p:sp>
      <p:sp>
        <p:nvSpPr>
          <p:cNvPr id="3084" name="Rectangle 8">
            <a:extLst>
              <a:ext uri="{FF2B5EF4-FFF2-40B4-BE49-F238E27FC236}">
                <a16:creationId xmlns:a16="http://schemas.microsoft.com/office/drawing/2014/main" id="{A555D6F9-EB3D-47DC-2285-8170ADEF4DE8}"/>
              </a:ext>
            </a:extLst>
          </p:cNvPr>
          <p:cNvSpPr>
            <a:spLocks noChangeArrowheads="1"/>
          </p:cNvSpPr>
          <p:nvPr/>
        </p:nvSpPr>
        <p:spPr bwMode="auto">
          <a:xfrm>
            <a:off x="14771889" y="17136668"/>
            <a:ext cx="12660312" cy="6883400"/>
          </a:xfrm>
          <a:prstGeom prst="rect">
            <a:avLst/>
          </a:prstGeom>
          <a:noFill/>
          <a:ln w="12700" cap="sq">
            <a:solidFill>
              <a:srgbClr val="006684"/>
            </a:solidFill>
            <a:round/>
            <a:headEnd/>
            <a:tailEnd/>
          </a:ln>
          <a:extLst>
            <a:ext uri="{909E8E84-426E-40DD-AFC4-6F175D3DCCD1}">
              <a14:hiddenFill xmlns:a14="http://schemas.microsoft.com/office/drawing/2010/main">
                <a:solidFill>
                  <a:srgbClr val="FFFFFF"/>
                </a:solidFill>
              </a14:hiddenFill>
            </a:ext>
          </a:extLst>
        </p:spPr>
        <p:txBody>
          <a:bodyPr anchor="ctr"/>
          <a:lstStyle>
            <a:lvl1pPr>
              <a:defRPr sz="2300">
                <a:solidFill>
                  <a:schemeClr val="tx1"/>
                </a:solidFill>
                <a:latin typeface="Arial" panose="020B0604020202020204" pitchFamily="34" charset="0"/>
                <a:ea typeface="MS PGothic" panose="020B0600070205080204" pitchFamily="34" charset="-128"/>
              </a:defRPr>
            </a:lvl1pPr>
            <a:lvl2pPr marL="742950" indent="-285750">
              <a:defRPr sz="2300">
                <a:solidFill>
                  <a:schemeClr val="tx1"/>
                </a:solidFill>
                <a:latin typeface="Arial" panose="020B0604020202020204" pitchFamily="34" charset="0"/>
                <a:ea typeface="MS PGothic" panose="020B0600070205080204" pitchFamily="34" charset="-128"/>
              </a:defRPr>
            </a:lvl2pPr>
            <a:lvl3pPr marL="1143000" indent="-228600">
              <a:defRPr sz="2300">
                <a:solidFill>
                  <a:schemeClr val="tx1"/>
                </a:solidFill>
                <a:latin typeface="Arial" panose="020B0604020202020204" pitchFamily="34" charset="0"/>
                <a:ea typeface="MS PGothic" panose="020B0600070205080204" pitchFamily="34" charset="-128"/>
              </a:defRPr>
            </a:lvl3pPr>
            <a:lvl4pPr marL="1600200" indent="-228600">
              <a:defRPr sz="2300">
                <a:solidFill>
                  <a:schemeClr val="tx1"/>
                </a:solidFill>
                <a:latin typeface="Arial" panose="020B0604020202020204" pitchFamily="34" charset="0"/>
                <a:ea typeface="MS PGothic" panose="020B0600070205080204" pitchFamily="34" charset="-128"/>
              </a:defRPr>
            </a:lvl4pPr>
            <a:lvl5pPr marL="2057400" indent="-228600">
              <a:defRPr sz="23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3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3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3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300">
                <a:solidFill>
                  <a:schemeClr val="tx1"/>
                </a:solidFill>
                <a:latin typeface="Arial" panose="020B0604020202020204" pitchFamily="34" charset="0"/>
                <a:ea typeface="MS PGothic" panose="020B0600070205080204" pitchFamily="34" charset="-128"/>
              </a:defRPr>
            </a:lvl9pPr>
          </a:lstStyle>
          <a:p>
            <a:pPr algn="ctr"/>
            <a:endParaRPr lang="en-US" altLang="en-US" sz="6600" b="1">
              <a:solidFill>
                <a:srgbClr val="006684"/>
              </a:solidFill>
              <a:cs typeface="Arial" panose="020B0604020202020204" pitchFamily="34" charset="0"/>
            </a:endParaRPr>
          </a:p>
        </p:txBody>
      </p:sp>
      <p:sp>
        <p:nvSpPr>
          <p:cNvPr id="3085" name="Rectangle 102">
            <a:extLst>
              <a:ext uri="{FF2B5EF4-FFF2-40B4-BE49-F238E27FC236}">
                <a16:creationId xmlns:a16="http://schemas.microsoft.com/office/drawing/2014/main" id="{F0F5EAE0-8122-4026-8221-F3735B60A91B}"/>
              </a:ext>
            </a:extLst>
          </p:cNvPr>
          <p:cNvSpPr>
            <a:spLocks noChangeArrowheads="1"/>
          </p:cNvSpPr>
          <p:nvPr/>
        </p:nvSpPr>
        <p:spPr bwMode="auto">
          <a:xfrm>
            <a:off x="15109825" y="17833975"/>
            <a:ext cx="517525"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300">
                <a:solidFill>
                  <a:schemeClr val="tx1"/>
                </a:solidFill>
                <a:latin typeface="Arial" panose="020B0604020202020204" pitchFamily="34" charset="0"/>
                <a:ea typeface="MS PGothic" panose="020B0600070205080204" pitchFamily="34" charset="-128"/>
              </a:defRPr>
            </a:lvl1pPr>
            <a:lvl2pPr marL="742950" indent="-285750">
              <a:defRPr sz="2300">
                <a:solidFill>
                  <a:schemeClr val="tx1"/>
                </a:solidFill>
                <a:latin typeface="Arial" panose="020B0604020202020204" pitchFamily="34" charset="0"/>
                <a:ea typeface="MS PGothic" panose="020B0600070205080204" pitchFamily="34" charset="-128"/>
              </a:defRPr>
            </a:lvl2pPr>
            <a:lvl3pPr marL="1143000" indent="-228600">
              <a:defRPr sz="2300">
                <a:solidFill>
                  <a:schemeClr val="tx1"/>
                </a:solidFill>
                <a:latin typeface="Arial" panose="020B0604020202020204" pitchFamily="34" charset="0"/>
                <a:ea typeface="MS PGothic" panose="020B0600070205080204" pitchFamily="34" charset="-128"/>
              </a:defRPr>
            </a:lvl3pPr>
            <a:lvl4pPr marL="1600200" indent="-228600">
              <a:defRPr sz="2300">
                <a:solidFill>
                  <a:schemeClr val="tx1"/>
                </a:solidFill>
                <a:latin typeface="Arial" panose="020B0604020202020204" pitchFamily="34" charset="0"/>
                <a:ea typeface="MS PGothic" panose="020B0600070205080204" pitchFamily="34" charset="-128"/>
              </a:defRPr>
            </a:lvl4pPr>
            <a:lvl5pPr marL="2057400" indent="-228600">
              <a:defRPr sz="23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3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3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3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300">
                <a:solidFill>
                  <a:schemeClr val="tx1"/>
                </a:solidFill>
                <a:latin typeface="Arial" panose="020B0604020202020204" pitchFamily="34" charset="0"/>
                <a:ea typeface="MS PGothic" panose="020B0600070205080204" pitchFamily="34" charset="-128"/>
              </a:defRPr>
            </a:lvl9pPr>
          </a:lstStyle>
          <a:p>
            <a:endParaRPr lang="en-US" altLang="en-US" sz="3600" b="1"/>
          </a:p>
        </p:txBody>
      </p:sp>
      <p:sp>
        <p:nvSpPr>
          <p:cNvPr id="14366" name="Rectangle 106">
            <a:extLst>
              <a:ext uri="{FF2B5EF4-FFF2-40B4-BE49-F238E27FC236}">
                <a16:creationId xmlns:a16="http://schemas.microsoft.com/office/drawing/2014/main" id="{FCBC86A8-85D1-036F-178F-6AF873722C21}"/>
              </a:ext>
            </a:extLst>
          </p:cNvPr>
          <p:cNvSpPr>
            <a:spLocks noChangeArrowheads="1"/>
          </p:cNvSpPr>
          <p:nvPr/>
        </p:nvSpPr>
        <p:spPr bwMode="auto">
          <a:xfrm>
            <a:off x="28591629" y="16793630"/>
            <a:ext cx="12787313" cy="9655079"/>
          </a:xfrm>
          <a:prstGeom prst="rect">
            <a:avLst/>
          </a:prstGeom>
          <a:noFill/>
          <a:ln>
            <a:noFill/>
          </a:ln>
        </p:spPr>
        <p:txBody>
          <a:bodyPr>
            <a:spAutoFit/>
          </a:bodyPr>
          <a:lstStyle/>
          <a:p>
            <a:pPr algn="just">
              <a:lnSpc>
                <a:spcPts val="5000"/>
              </a:lnSpc>
            </a:pPr>
            <a:r>
              <a:rPr lang="en-IE" sz="3600" dirty="0">
                <a:cs typeface="Arial" panose="020B0604020202020204" pitchFamily="34" charset="0"/>
              </a:rPr>
              <a:t>The analysis of SFO International Airport confirms: </a:t>
            </a:r>
          </a:p>
          <a:p>
            <a:pPr marL="571500" indent="-571500" algn="just">
              <a:lnSpc>
                <a:spcPts val="5000"/>
              </a:lnSpc>
              <a:buFont typeface="Arial" panose="020B0604020202020204" pitchFamily="34" charset="0"/>
              <a:buChar char="•"/>
            </a:pPr>
            <a:r>
              <a:rPr lang="en-IE" sz="3600" dirty="0">
                <a:cs typeface="Arial" panose="020B0604020202020204" pitchFamily="34" charset="0"/>
              </a:rPr>
              <a:t>A robust </a:t>
            </a:r>
            <a:r>
              <a:rPr lang="en-IE" sz="3600" b="1" dirty="0">
                <a:cs typeface="Arial" panose="020B0604020202020204" pitchFamily="34" charset="0"/>
              </a:rPr>
              <a:t>40% growth trajectory</a:t>
            </a:r>
            <a:r>
              <a:rPr lang="en-IE" sz="3600" dirty="0">
                <a:cs typeface="Arial" panose="020B0604020202020204" pitchFamily="34" charset="0"/>
              </a:rPr>
              <a:t>, indicating that historical operational models must evolve to sustain future demand. </a:t>
            </a:r>
          </a:p>
          <a:p>
            <a:pPr marL="571500" indent="-571500" algn="just">
              <a:lnSpc>
                <a:spcPts val="5000"/>
              </a:lnSpc>
              <a:buFont typeface="Arial" panose="020B0604020202020204" pitchFamily="34" charset="0"/>
              <a:buChar char="•"/>
            </a:pPr>
            <a:r>
              <a:rPr lang="en-IE" sz="3600" dirty="0">
                <a:cs typeface="Arial" panose="020B0604020202020204" pitchFamily="34" charset="0"/>
              </a:rPr>
              <a:t>The data reveals a significant "Retail Gap" in domestic terminals, specifically within </a:t>
            </a:r>
            <a:r>
              <a:rPr lang="en-IE" sz="3600" b="1" dirty="0">
                <a:cs typeface="Arial" panose="020B0604020202020204" pitchFamily="34" charset="0"/>
              </a:rPr>
              <a:t>Terminal 3</a:t>
            </a:r>
            <a:r>
              <a:rPr lang="en-IE" sz="3600" dirty="0">
                <a:cs typeface="Arial" panose="020B0604020202020204" pitchFamily="34" charset="0"/>
              </a:rPr>
              <a:t>, suggesting that a strategic shift in non-aeronautical services could unlock substantial new revenue streams. </a:t>
            </a:r>
          </a:p>
          <a:p>
            <a:pPr marL="571500" indent="-571500" algn="just">
              <a:lnSpc>
                <a:spcPts val="5000"/>
              </a:lnSpc>
              <a:buFont typeface="Arial" panose="020B0604020202020204" pitchFamily="34" charset="0"/>
              <a:buChar char="•"/>
            </a:pPr>
            <a:r>
              <a:rPr lang="en-IE" sz="3600" dirty="0">
                <a:cs typeface="Arial" panose="020B0604020202020204" pitchFamily="34" charset="0"/>
              </a:rPr>
              <a:t>By diversifying airline partnerships and leveraging its geographic position as a transpacific hub, SFO can transition from a traditional transit point into a highly efficient, data-driven global gateway. </a:t>
            </a:r>
          </a:p>
          <a:p>
            <a:pPr algn="just">
              <a:lnSpc>
                <a:spcPts val="5000"/>
              </a:lnSpc>
            </a:pPr>
            <a:r>
              <a:rPr lang="en-IE" sz="3600" dirty="0">
                <a:cs typeface="Arial" panose="020B0604020202020204" pitchFamily="34" charset="0"/>
              </a:rPr>
              <a:t>This study demonstrates that the integration of </a:t>
            </a:r>
            <a:r>
              <a:rPr lang="en-IE" sz="3600" b="1" dirty="0">
                <a:cs typeface="Arial" panose="020B0604020202020204" pitchFamily="34" charset="0"/>
              </a:rPr>
              <a:t>Data Analytics</a:t>
            </a:r>
            <a:r>
              <a:rPr lang="en-IE" sz="3600" dirty="0">
                <a:cs typeface="Arial" panose="020B0604020202020204" pitchFamily="34" charset="0"/>
              </a:rPr>
              <a:t> and industry-specific expertise is essential for making informed infrastructure and commercial decisions in the modern aviation landscape.</a:t>
            </a:r>
          </a:p>
        </p:txBody>
      </p:sp>
      <p:grpSp>
        <p:nvGrpSpPr>
          <p:cNvPr id="3087" name="Group 107">
            <a:extLst>
              <a:ext uri="{FF2B5EF4-FFF2-40B4-BE49-F238E27FC236}">
                <a16:creationId xmlns:a16="http://schemas.microsoft.com/office/drawing/2014/main" id="{B741B780-654B-8FE8-36AA-6D96D717F431}"/>
              </a:ext>
            </a:extLst>
          </p:cNvPr>
          <p:cNvGrpSpPr>
            <a:grpSpLocks/>
          </p:cNvGrpSpPr>
          <p:nvPr/>
        </p:nvGrpSpPr>
        <p:grpSpPr bwMode="auto">
          <a:xfrm>
            <a:off x="866886" y="20720699"/>
            <a:ext cx="12885737" cy="1108075"/>
            <a:chOff x="14894284" y="5068979"/>
            <a:chExt cx="12887106" cy="1107996"/>
          </a:xfrm>
        </p:grpSpPr>
        <p:sp>
          <p:nvSpPr>
            <p:cNvPr id="3098" name="Rectangle 249">
              <a:extLst>
                <a:ext uri="{FF2B5EF4-FFF2-40B4-BE49-F238E27FC236}">
                  <a16:creationId xmlns:a16="http://schemas.microsoft.com/office/drawing/2014/main" id="{56345AE8-4ED4-683D-157E-C8D64BF43650}"/>
                </a:ext>
              </a:extLst>
            </p:cNvPr>
            <p:cNvSpPr>
              <a:spLocks noChangeArrowheads="1"/>
            </p:cNvSpPr>
            <p:nvPr/>
          </p:nvSpPr>
          <p:spPr bwMode="auto">
            <a:xfrm>
              <a:off x="14894284" y="5068979"/>
              <a:ext cx="12887106" cy="11079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300">
                  <a:solidFill>
                    <a:schemeClr val="tx1"/>
                  </a:solidFill>
                  <a:latin typeface="Arial" panose="020B0604020202020204" pitchFamily="34" charset="0"/>
                  <a:ea typeface="MS PGothic" panose="020B0600070205080204" pitchFamily="34" charset="-128"/>
                </a:defRPr>
              </a:lvl1pPr>
              <a:lvl2pPr marL="742950" indent="-285750">
                <a:defRPr sz="2300">
                  <a:solidFill>
                    <a:schemeClr val="tx1"/>
                  </a:solidFill>
                  <a:latin typeface="Arial" panose="020B0604020202020204" pitchFamily="34" charset="0"/>
                  <a:ea typeface="MS PGothic" panose="020B0600070205080204" pitchFamily="34" charset="-128"/>
                </a:defRPr>
              </a:lvl2pPr>
              <a:lvl3pPr marL="1143000" indent="-228600">
                <a:defRPr sz="2300">
                  <a:solidFill>
                    <a:schemeClr val="tx1"/>
                  </a:solidFill>
                  <a:latin typeface="Arial" panose="020B0604020202020204" pitchFamily="34" charset="0"/>
                  <a:ea typeface="MS PGothic" panose="020B0600070205080204" pitchFamily="34" charset="-128"/>
                </a:defRPr>
              </a:lvl3pPr>
              <a:lvl4pPr marL="1600200" indent="-228600">
                <a:defRPr sz="2300">
                  <a:solidFill>
                    <a:schemeClr val="tx1"/>
                  </a:solidFill>
                  <a:latin typeface="Arial" panose="020B0604020202020204" pitchFamily="34" charset="0"/>
                  <a:ea typeface="MS PGothic" panose="020B0600070205080204" pitchFamily="34" charset="-128"/>
                </a:defRPr>
              </a:lvl4pPr>
              <a:lvl5pPr marL="2057400" indent="-228600">
                <a:defRPr sz="23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3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3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3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300">
                  <a:solidFill>
                    <a:schemeClr val="tx1"/>
                  </a:solidFill>
                  <a:latin typeface="Arial" panose="020B0604020202020204" pitchFamily="34" charset="0"/>
                  <a:ea typeface="MS PGothic" panose="020B0600070205080204" pitchFamily="34" charset="-128"/>
                </a:defRPr>
              </a:lvl9pPr>
            </a:lstStyle>
            <a:p>
              <a:r>
                <a:rPr lang="en-GB" altLang="en-US" sz="6600" b="1" dirty="0">
                  <a:solidFill>
                    <a:srgbClr val="006684"/>
                  </a:solidFill>
                  <a:cs typeface="Arial" panose="020B0604020202020204" pitchFamily="34" charset="0"/>
                </a:rPr>
                <a:t>Results</a:t>
              </a:r>
              <a:endParaRPr lang="en-US" altLang="en-US" sz="6600" dirty="0">
                <a:solidFill>
                  <a:srgbClr val="006684"/>
                </a:solidFill>
                <a:cs typeface="Arial" panose="020B0604020202020204" pitchFamily="34" charset="0"/>
              </a:endParaRPr>
            </a:p>
          </p:txBody>
        </p:sp>
        <p:cxnSp>
          <p:nvCxnSpPr>
            <p:cNvPr id="3099" name="Straight Connector 6">
              <a:extLst>
                <a:ext uri="{FF2B5EF4-FFF2-40B4-BE49-F238E27FC236}">
                  <a16:creationId xmlns:a16="http://schemas.microsoft.com/office/drawing/2014/main" id="{21332DAC-6A05-9BE7-4EBD-1B8EDA27EE9C}"/>
                </a:ext>
              </a:extLst>
            </p:cNvPr>
            <p:cNvCxnSpPr>
              <a:cxnSpLocks noChangeShapeType="1"/>
            </p:cNvCxnSpPr>
            <p:nvPr/>
          </p:nvCxnSpPr>
          <p:spPr bwMode="auto">
            <a:xfrm flipV="1">
              <a:off x="15019206" y="5195636"/>
              <a:ext cx="12745514" cy="1"/>
            </a:xfrm>
            <a:prstGeom prst="line">
              <a:avLst/>
            </a:prstGeom>
            <a:noFill/>
            <a:ln w="12700">
              <a:solidFill>
                <a:srgbClr val="006684"/>
              </a:solidFill>
              <a:round/>
              <a:headEnd/>
              <a:tailEnd/>
            </a:ln>
            <a:extLst>
              <a:ext uri="{909E8E84-426E-40DD-AFC4-6F175D3DCCD1}">
                <a14:hiddenFill xmlns:a14="http://schemas.microsoft.com/office/drawing/2010/main">
                  <a:noFill/>
                </a14:hiddenFill>
              </a:ext>
            </a:extLst>
          </p:spPr>
        </p:cxnSp>
      </p:grpSp>
      <p:sp>
        <p:nvSpPr>
          <p:cNvPr id="3088" name="Rectangle 20">
            <a:extLst>
              <a:ext uri="{FF2B5EF4-FFF2-40B4-BE49-F238E27FC236}">
                <a16:creationId xmlns:a16="http://schemas.microsoft.com/office/drawing/2014/main" id="{0690E4E6-FB6B-C2A3-599C-5CC88648D8C1}"/>
              </a:ext>
            </a:extLst>
          </p:cNvPr>
          <p:cNvSpPr>
            <a:spLocks noChangeArrowheads="1"/>
          </p:cNvSpPr>
          <p:nvPr/>
        </p:nvSpPr>
        <p:spPr bwMode="auto">
          <a:xfrm>
            <a:off x="28591629" y="26947996"/>
            <a:ext cx="12306300" cy="1339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300">
                <a:solidFill>
                  <a:schemeClr val="tx1"/>
                </a:solidFill>
                <a:latin typeface="Arial" panose="020B0604020202020204" pitchFamily="34" charset="0"/>
                <a:ea typeface="MS PGothic" panose="020B0600070205080204" pitchFamily="34" charset="-128"/>
              </a:defRPr>
            </a:lvl1pPr>
            <a:lvl2pPr marL="742950" indent="-285750">
              <a:defRPr sz="2300">
                <a:solidFill>
                  <a:schemeClr val="tx1"/>
                </a:solidFill>
                <a:latin typeface="Arial" panose="020B0604020202020204" pitchFamily="34" charset="0"/>
                <a:ea typeface="MS PGothic" panose="020B0600070205080204" pitchFamily="34" charset="-128"/>
              </a:defRPr>
            </a:lvl2pPr>
            <a:lvl3pPr marL="1143000" indent="-228600">
              <a:defRPr sz="2300">
                <a:solidFill>
                  <a:schemeClr val="tx1"/>
                </a:solidFill>
                <a:latin typeface="Arial" panose="020B0604020202020204" pitchFamily="34" charset="0"/>
                <a:ea typeface="MS PGothic" panose="020B0600070205080204" pitchFamily="34" charset="-128"/>
              </a:defRPr>
            </a:lvl3pPr>
            <a:lvl4pPr marL="1600200" indent="-228600">
              <a:defRPr sz="2300">
                <a:solidFill>
                  <a:schemeClr val="tx1"/>
                </a:solidFill>
                <a:latin typeface="Arial" panose="020B0604020202020204" pitchFamily="34" charset="0"/>
                <a:ea typeface="MS PGothic" panose="020B0600070205080204" pitchFamily="34" charset="-128"/>
              </a:defRPr>
            </a:lvl4pPr>
            <a:lvl5pPr marL="2057400" indent="-228600">
              <a:defRPr sz="23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3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3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3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300">
                <a:solidFill>
                  <a:schemeClr val="tx1"/>
                </a:solidFill>
                <a:latin typeface="Arial" panose="020B0604020202020204" pitchFamily="34" charset="0"/>
                <a:ea typeface="MS PGothic" panose="020B0600070205080204" pitchFamily="34" charset="-128"/>
              </a:defRPr>
            </a:lvl9pPr>
          </a:lstStyle>
          <a:p>
            <a:pPr eaLnBrk="1" hangingPunct="1">
              <a:lnSpc>
                <a:spcPts val="2200"/>
              </a:lnSpc>
              <a:spcAft>
                <a:spcPts val="1200"/>
              </a:spcAft>
            </a:pPr>
            <a:r>
              <a:rPr lang="en-GB" altLang="en-US" sz="3600" b="1" dirty="0">
                <a:cs typeface="Arial" panose="020B0604020202020204" pitchFamily="34" charset="0"/>
              </a:rPr>
              <a:t>References</a:t>
            </a:r>
            <a:endParaRPr lang="en-GB" altLang="en-US" sz="3600" dirty="0">
              <a:cs typeface="Arial" panose="020B0604020202020204" pitchFamily="34" charset="0"/>
            </a:endParaRPr>
          </a:p>
          <a:p>
            <a:pPr>
              <a:lnSpc>
                <a:spcPts val="2200"/>
              </a:lnSpc>
            </a:pPr>
            <a:r>
              <a:rPr lang="en-IE" sz="1200" dirty="0" err="1"/>
              <a:t>www.kaggle.com</a:t>
            </a:r>
            <a:r>
              <a:rPr lang="en-IE" sz="1200" dirty="0"/>
              <a:t>. (n.d.). </a:t>
            </a:r>
            <a:r>
              <a:rPr lang="en-IE" sz="1200" i="1" dirty="0"/>
              <a:t>Airlines Traffic Passenger Statistics</a:t>
            </a:r>
            <a:r>
              <a:rPr lang="en-IE" sz="1200" dirty="0"/>
              <a:t>. [online] Available at: </a:t>
            </a:r>
            <a:r>
              <a:rPr lang="en-IE" sz="1200" u="sng" dirty="0">
                <a:hlinkClick r:id="rId3"/>
              </a:rPr>
              <a:t>https://www.kaggle.com/datasets/thedevastator/airlines-traffic-passenger-statistics</a:t>
            </a:r>
            <a:r>
              <a:rPr lang="en-IE" sz="1200" dirty="0"/>
              <a:t>.</a:t>
            </a:r>
          </a:p>
          <a:p>
            <a:pPr>
              <a:lnSpc>
                <a:spcPts val="2200"/>
              </a:lnSpc>
            </a:pPr>
            <a:r>
              <a:rPr lang="en-IE" sz="1200" dirty="0" err="1"/>
              <a:t>Sfgov.org</a:t>
            </a:r>
            <a:r>
              <a:rPr lang="en-IE" sz="1200" dirty="0"/>
              <a:t>. (2016). </a:t>
            </a:r>
            <a:r>
              <a:rPr lang="en-IE" sz="1200" i="1" dirty="0"/>
              <a:t>Air Traffic Passenger Statistics</a:t>
            </a:r>
            <a:r>
              <a:rPr lang="en-IE" sz="1200" dirty="0"/>
              <a:t>. [online] Available at: </a:t>
            </a:r>
            <a:r>
              <a:rPr lang="en-IE" sz="1200" u="sng" dirty="0">
                <a:hlinkClick r:id="rId4"/>
              </a:rPr>
              <a:t>https://data.sfgov.org/Transportation/Air-Traffic-Passenger-Statistics/rkru-6vcg/about_data</a:t>
            </a:r>
            <a:r>
              <a:rPr lang="en-IE" sz="1200" dirty="0"/>
              <a:t>.</a:t>
            </a:r>
          </a:p>
          <a:p>
            <a:pPr>
              <a:lnSpc>
                <a:spcPts val="2200"/>
              </a:lnSpc>
            </a:pPr>
            <a:r>
              <a:rPr lang="en-IE" sz="1200" dirty="0"/>
              <a:t>Original English text refined for academic style and grammar using Google Gemini.</a:t>
            </a:r>
          </a:p>
        </p:txBody>
      </p:sp>
      <p:grpSp>
        <p:nvGrpSpPr>
          <p:cNvPr id="3089" name="Group 107">
            <a:extLst>
              <a:ext uri="{FF2B5EF4-FFF2-40B4-BE49-F238E27FC236}">
                <a16:creationId xmlns:a16="http://schemas.microsoft.com/office/drawing/2014/main" id="{5AF3DB36-EE2E-905F-1690-ECF47D9F9C69}"/>
              </a:ext>
            </a:extLst>
          </p:cNvPr>
          <p:cNvGrpSpPr>
            <a:grpSpLocks/>
          </p:cNvGrpSpPr>
          <p:nvPr/>
        </p:nvGrpSpPr>
        <p:grpSpPr bwMode="auto">
          <a:xfrm>
            <a:off x="28627678" y="15766038"/>
            <a:ext cx="12885738" cy="1108075"/>
            <a:chOff x="14894284" y="5068979"/>
            <a:chExt cx="12887106" cy="1107996"/>
          </a:xfrm>
        </p:grpSpPr>
        <p:sp>
          <p:nvSpPr>
            <p:cNvPr id="3096" name="Rectangle 249">
              <a:extLst>
                <a:ext uri="{FF2B5EF4-FFF2-40B4-BE49-F238E27FC236}">
                  <a16:creationId xmlns:a16="http://schemas.microsoft.com/office/drawing/2014/main" id="{C414C6D8-FABE-DE3F-F7BD-08464AD1DF79}"/>
                </a:ext>
              </a:extLst>
            </p:cNvPr>
            <p:cNvSpPr>
              <a:spLocks noChangeArrowheads="1"/>
            </p:cNvSpPr>
            <p:nvPr/>
          </p:nvSpPr>
          <p:spPr bwMode="auto">
            <a:xfrm>
              <a:off x="14894284" y="5068979"/>
              <a:ext cx="12887106" cy="11079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300">
                  <a:solidFill>
                    <a:schemeClr val="tx1"/>
                  </a:solidFill>
                  <a:latin typeface="Arial" panose="020B0604020202020204" pitchFamily="34" charset="0"/>
                  <a:ea typeface="MS PGothic" panose="020B0600070205080204" pitchFamily="34" charset="-128"/>
                </a:defRPr>
              </a:lvl1pPr>
              <a:lvl2pPr marL="742950" indent="-285750">
                <a:defRPr sz="2300">
                  <a:solidFill>
                    <a:schemeClr val="tx1"/>
                  </a:solidFill>
                  <a:latin typeface="Arial" panose="020B0604020202020204" pitchFamily="34" charset="0"/>
                  <a:ea typeface="MS PGothic" panose="020B0600070205080204" pitchFamily="34" charset="-128"/>
                </a:defRPr>
              </a:lvl2pPr>
              <a:lvl3pPr marL="1143000" indent="-228600">
                <a:defRPr sz="2300">
                  <a:solidFill>
                    <a:schemeClr val="tx1"/>
                  </a:solidFill>
                  <a:latin typeface="Arial" panose="020B0604020202020204" pitchFamily="34" charset="0"/>
                  <a:ea typeface="MS PGothic" panose="020B0600070205080204" pitchFamily="34" charset="-128"/>
                </a:defRPr>
              </a:lvl3pPr>
              <a:lvl4pPr marL="1600200" indent="-228600">
                <a:defRPr sz="2300">
                  <a:solidFill>
                    <a:schemeClr val="tx1"/>
                  </a:solidFill>
                  <a:latin typeface="Arial" panose="020B0604020202020204" pitchFamily="34" charset="0"/>
                  <a:ea typeface="MS PGothic" panose="020B0600070205080204" pitchFamily="34" charset="-128"/>
                </a:defRPr>
              </a:lvl4pPr>
              <a:lvl5pPr marL="2057400" indent="-228600">
                <a:defRPr sz="23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3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3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3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300">
                  <a:solidFill>
                    <a:schemeClr val="tx1"/>
                  </a:solidFill>
                  <a:latin typeface="Arial" panose="020B0604020202020204" pitchFamily="34" charset="0"/>
                  <a:ea typeface="MS PGothic" panose="020B0600070205080204" pitchFamily="34" charset="-128"/>
                </a:defRPr>
              </a:lvl9pPr>
            </a:lstStyle>
            <a:p>
              <a:r>
                <a:rPr lang="en-GB" altLang="en-US" sz="6600" b="1" dirty="0">
                  <a:solidFill>
                    <a:srgbClr val="006684"/>
                  </a:solidFill>
                  <a:cs typeface="Arial" panose="020B0604020202020204" pitchFamily="34" charset="0"/>
                </a:rPr>
                <a:t>Conclusions</a:t>
              </a:r>
              <a:endParaRPr lang="en-US" altLang="en-US" sz="6600" dirty="0">
                <a:solidFill>
                  <a:srgbClr val="006684"/>
                </a:solidFill>
                <a:cs typeface="Arial" panose="020B0604020202020204" pitchFamily="34" charset="0"/>
              </a:endParaRPr>
            </a:p>
          </p:txBody>
        </p:sp>
        <p:cxnSp>
          <p:nvCxnSpPr>
            <p:cNvPr id="3097" name="Straight Connector 6">
              <a:extLst>
                <a:ext uri="{FF2B5EF4-FFF2-40B4-BE49-F238E27FC236}">
                  <a16:creationId xmlns:a16="http://schemas.microsoft.com/office/drawing/2014/main" id="{0BA36DE2-450D-D027-93C0-0286FAE9C6ED}"/>
                </a:ext>
              </a:extLst>
            </p:cNvPr>
            <p:cNvCxnSpPr>
              <a:cxnSpLocks noChangeShapeType="1"/>
            </p:cNvCxnSpPr>
            <p:nvPr/>
          </p:nvCxnSpPr>
          <p:spPr bwMode="auto">
            <a:xfrm flipV="1">
              <a:off x="15019206" y="5195636"/>
              <a:ext cx="12745514" cy="1"/>
            </a:xfrm>
            <a:prstGeom prst="line">
              <a:avLst/>
            </a:prstGeom>
            <a:noFill/>
            <a:ln w="12700">
              <a:solidFill>
                <a:srgbClr val="006684"/>
              </a:solidFill>
              <a:round/>
              <a:headEnd/>
              <a:tailEnd/>
            </a:ln>
            <a:extLst>
              <a:ext uri="{909E8E84-426E-40DD-AFC4-6F175D3DCCD1}">
                <a14:hiddenFill xmlns:a14="http://schemas.microsoft.com/office/drawing/2010/main">
                  <a:noFill/>
                </a14:hiddenFill>
              </a:ext>
            </a:extLst>
          </p:spPr>
        </p:cxnSp>
      </p:grpSp>
      <p:sp>
        <p:nvSpPr>
          <p:cNvPr id="3090" name="Rectangle 24">
            <a:extLst>
              <a:ext uri="{FF2B5EF4-FFF2-40B4-BE49-F238E27FC236}">
                <a16:creationId xmlns:a16="http://schemas.microsoft.com/office/drawing/2014/main" id="{D8A12CB7-35EE-00BD-A831-14F385C82DC8}"/>
              </a:ext>
            </a:extLst>
          </p:cNvPr>
          <p:cNvSpPr>
            <a:spLocks noChangeArrowheads="1"/>
          </p:cNvSpPr>
          <p:nvPr/>
        </p:nvSpPr>
        <p:spPr bwMode="auto">
          <a:xfrm>
            <a:off x="841485" y="21885353"/>
            <a:ext cx="12936538" cy="64490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defTabSz="915988">
              <a:defRPr sz="2300">
                <a:solidFill>
                  <a:schemeClr val="tx1"/>
                </a:solidFill>
                <a:latin typeface="Arial" panose="020B0604020202020204" pitchFamily="34" charset="0"/>
                <a:ea typeface="MS PGothic" panose="020B0600070205080204" pitchFamily="34" charset="-128"/>
              </a:defRPr>
            </a:lvl1pPr>
            <a:lvl2pPr marL="742950" indent="-285750" defTabSz="915988">
              <a:defRPr sz="2300">
                <a:solidFill>
                  <a:schemeClr val="tx1"/>
                </a:solidFill>
                <a:latin typeface="Arial" panose="020B0604020202020204" pitchFamily="34" charset="0"/>
                <a:ea typeface="MS PGothic" panose="020B0600070205080204" pitchFamily="34" charset="-128"/>
              </a:defRPr>
            </a:lvl2pPr>
            <a:lvl3pPr marL="1143000" indent="-228600" defTabSz="915988">
              <a:defRPr sz="2300">
                <a:solidFill>
                  <a:schemeClr val="tx1"/>
                </a:solidFill>
                <a:latin typeface="Arial" panose="020B0604020202020204" pitchFamily="34" charset="0"/>
                <a:ea typeface="MS PGothic" panose="020B0600070205080204" pitchFamily="34" charset="-128"/>
              </a:defRPr>
            </a:lvl3pPr>
            <a:lvl4pPr marL="1600200" indent="-228600" defTabSz="915988">
              <a:defRPr sz="2300">
                <a:solidFill>
                  <a:schemeClr val="tx1"/>
                </a:solidFill>
                <a:latin typeface="Arial" panose="020B0604020202020204" pitchFamily="34" charset="0"/>
                <a:ea typeface="MS PGothic" panose="020B0600070205080204" pitchFamily="34" charset="-128"/>
              </a:defRPr>
            </a:lvl4pPr>
            <a:lvl5pPr marL="2057400" indent="-228600" defTabSz="915988">
              <a:defRPr sz="2300">
                <a:solidFill>
                  <a:schemeClr val="tx1"/>
                </a:solidFill>
                <a:latin typeface="Arial" panose="020B0604020202020204" pitchFamily="34" charset="0"/>
                <a:ea typeface="MS PGothic" panose="020B0600070205080204" pitchFamily="34" charset="-128"/>
              </a:defRPr>
            </a:lvl5pPr>
            <a:lvl6pPr marL="2514600" indent="-228600" defTabSz="915988" eaLnBrk="0" fontAlgn="base" hangingPunct="0">
              <a:spcBef>
                <a:spcPct val="0"/>
              </a:spcBef>
              <a:spcAft>
                <a:spcPct val="0"/>
              </a:spcAft>
              <a:defRPr sz="2300">
                <a:solidFill>
                  <a:schemeClr val="tx1"/>
                </a:solidFill>
                <a:latin typeface="Arial" panose="020B0604020202020204" pitchFamily="34" charset="0"/>
                <a:ea typeface="MS PGothic" panose="020B0600070205080204" pitchFamily="34" charset="-128"/>
              </a:defRPr>
            </a:lvl6pPr>
            <a:lvl7pPr marL="2971800" indent="-228600" defTabSz="915988" eaLnBrk="0" fontAlgn="base" hangingPunct="0">
              <a:spcBef>
                <a:spcPct val="0"/>
              </a:spcBef>
              <a:spcAft>
                <a:spcPct val="0"/>
              </a:spcAft>
              <a:defRPr sz="2300">
                <a:solidFill>
                  <a:schemeClr val="tx1"/>
                </a:solidFill>
                <a:latin typeface="Arial" panose="020B0604020202020204" pitchFamily="34" charset="0"/>
                <a:ea typeface="MS PGothic" panose="020B0600070205080204" pitchFamily="34" charset="-128"/>
              </a:defRPr>
            </a:lvl7pPr>
            <a:lvl8pPr marL="3429000" indent="-228600" defTabSz="915988" eaLnBrk="0" fontAlgn="base" hangingPunct="0">
              <a:spcBef>
                <a:spcPct val="0"/>
              </a:spcBef>
              <a:spcAft>
                <a:spcPct val="0"/>
              </a:spcAft>
              <a:defRPr sz="2300">
                <a:solidFill>
                  <a:schemeClr val="tx1"/>
                </a:solidFill>
                <a:latin typeface="Arial" panose="020B0604020202020204" pitchFamily="34" charset="0"/>
                <a:ea typeface="MS PGothic" panose="020B0600070205080204" pitchFamily="34" charset="-128"/>
              </a:defRPr>
            </a:lvl8pPr>
            <a:lvl9pPr marL="3886200" indent="-228600" defTabSz="915988" eaLnBrk="0" fontAlgn="base" hangingPunct="0">
              <a:spcBef>
                <a:spcPct val="0"/>
              </a:spcBef>
              <a:spcAft>
                <a:spcPct val="0"/>
              </a:spcAft>
              <a:defRPr sz="2300">
                <a:solidFill>
                  <a:schemeClr val="tx1"/>
                </a:solidFill>
                <a:latin typeface="Arial" panose="020B0604020202020204" pitchFamily="34" charset="0"/>
                <a:ea typeface="MS PGothic" panose="020B0600070205080204" pitchFamily="34" charset="-128"/>
              </a:defRPr>
            </a:lvl9pPr>
          </a:lstStyle>
          <a:p>
            <a:pPr algn="just">
              <a:lnSpc>
                <a:spcPts val="5000"/>
              </a:lnSpc>
            </a:pPr>
            <a:r>
              <a:rPr lang="en-IE" sz="3600" b="1" dirty="0">
                <a:cs typeface="Arial" panose="020B0604020202020204" pitchFamily="34" charset="0"/>
              </a:rPr>
              <a:t>1. The 40% Growth Trajectory</a:t>
            </a:r>
            <a:endParaRPr lang="en-IE" sz="3600" dirty="0">
              <a:cs typeface="Arial" panose="020B0604020202020204" pitchFamily="34" charset="0"/>
            </a:endParaRPr>
          </a:p>
          <a:p>
            <a:pPr algn="just">
              <a:lnSpc>
                <a:spcPts val="5000"/>
              </a:lnSpc>
            </a:pPr>
            <a:r>
              <a:rPr lang="en-IE" sz="3600" dirty="0">
                <a:cs typeface="Arial" panose="020B0604020202020204" pitchFamily="34" charset="0"/>
              </a:rPr>
              <a:t>The first pillar of this analysis is the consistent upward trend in passenger volume. Over the ten-year period, SFO saw a </a:t>
            </a:r>
            <a:r>
              <a:rPr lang="en-IE" sz="3600" b="1" dirty="0">
                <a:cs typeface="Arial" panose="020B0604020202020204" pitchFamily="34" charset="0"/>
              </a:rPr>
              <a:t>40.19% increase</a:t>
            </a:r>
            <a:r>
              <a:rPr lang="en-IE" sz="3600" dirty="0">
                <a:cs typeface="Arial" panose="020B0604020202020204" pitchFamily="34" charset="0"/>
              </a:rPr>
              <a:t> in traffic, rising from 3.2M to 4.5M passengers. This growth is a clear indicator that the airport is approaching its capacity threshold. For management, this data serves as the primary justification for long-term infrastructure expansion and investment in automated passenger processing technologies to handle the increasing pressure on ground operations.</a:t>
            </a:r>
          </a:p>
        </p:txBody>
      </p:sp>
      <p:sp>
        <p:nvSpPr>
          <p:cNvPr id="3091" name="Rectangle 6">
            <a:extLst>
              <a:ext uri="{FF2B5EF4-FFF2-40B4-BE49-F238E27FC236}">
                <a16:creationId xmlns:a16="http://schemas.microsoft.com/office/drawing/2014/main" id="{84164BAB-14C4-53CF-1589-BDD1E401CAEE}"/>
              </a:ext>
            </a:extLst>
          </p:cNvPr>
          <p:cNvSpPr>
            <a:spLocks noChangeArrowheads="1"/>
          </p:cNvSpPr>
          <p:nvPr/>
        </p:nvSpPr>
        <p:spPr bwMode="auto">
          <a:xfrm>
            <a:off x="0" y="-58738"/>
            <a:ext cx="42808525" cy="3211513"/>
          </a:xfrm>
          <a:prstGeom prst="rect">
            <a:avLst/>
          </a:prstGeom>
          <a:solidFill>
            <a:srgbClr val="006684"/>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sz="2300">
                <a:solidFill>
                  <a:schemeClr val="tx1"/>
                </a:solidFill>
                <a:latin typeface="Arial" panose="020B0604020202020204" pitchFamily="34" charset="0"/>
                <a:ea typeface="MS PGothic" panose="020B0600070205080204" pitchFamily="34" charset="-128"/>
              </a:defRPr>
            </a:lvl1pPr>
            <a:lvl2pPr marL="742950" indent="-285750">
              <a:defRPr sz="2300">
                <a:solidFill>
                  <a:schemeClr val="tx1"/>
                </a:solidFill>
                <a:latin typeface="Arial" panose="020B0604020202020204" pitchFamily="34" charset="0"/>
                <a:ea typeface="MS PGothic" panose="020B0600070205080204" pitchFamily="34" charset="-128"/>
              </a:defRPr>
            </a:lvl2pPr>
            <a:lvl3pPr marL="1143000" indent="-228600">
              <a:defRPr sz="2300">
                <a:solidFill>
                  <a:schemeClr val="tx1"/>
                </a:solidFill>
                <a:latin typeface="Arial" panose="020B0604020202020204" pitchFamily="34" charset="0"/>
                <a:ea typeface="MS PGothic" panose="020B0600070205080204" pitchFamily="34" charset="-128"/>
              </a:defRPr>
            </a:lvl3pPr>
            <a:lvl4pPr marL="1600200" indent="-228600">
              <a:defRPr sz="2300">
                <a:solidFill>
                  <a:schemeClr val="tx1"/>
                </a:solidFill>
                <a:latin typeface="Arial" panose="020B0604020202020204" pitchFamily="34" charset="0"/>
                <a:ea typeface="MS PGothic" panose="020B0600070205080204" pitchFamily="34" charset="-128"/>
              </a:defRPr>
            </a:lvl4pPr>
            <a:lvl5pPr marL="2057400" indent="-228600">
              <a:defRPr sz="23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3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3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3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300">
                <a:solidFill>
                  <a:schemeClr val="tx1"/>
                </a:solidFill>
                <a:latin typeface="Arial" panose="020B0604020202020204" pitchFamily="34" charset="0"/>
                <a:ea typeface="MS PGothic" panose="020B0600070205080204" pitchFamily="34" charset="-128"/>
              </a:defRPr>
            </a:lvl9pPr>
          </a:lstStyle>
          <a:p>
            <a:pPr algn="ctr"/>
            <a:endParaRPr lang="en-US" altLang="en-US" sz="6600" b="1" dirty="0">
              <a:solidFill>
                <a:schemeClr val="bg1"/>
              </a:solidFill>
              <a:cs typeface="Arial" panose="020B0604020202020204" pitchFamily="34" charset="0"/>
            </a:endParaRPr>
          </a:p>
        </p:txBody>
      </p:sp>
      <p:sp>
        <p:nvSpPr>
          <p:cNvPr id="3092" name="TextBox 26">
            <a:extLst>
              <a:ext uri="{FF2B5EF4-FFF2-40B4-BE49-F238E27FC236}">
                <a16:creationId xmlns:a16="http://schemas.microsoft.com/office/drawing/2014/main" id="{386D11B7-A2AC-F58F-672A-68A9D33B839A}"/>
              </a:ext>
            </a:extLst>
          </p:cNvPr>
          <p:cNvSpPr txBox="1">
            <a:spLocks noChangeArrowheads="1"/>
          </p:cNvSpPr>
          <p:nvPr/>
        </p:nvSpPr>
        <p:spPr bwMode="auto">
          <a:xfrm>
            <a:off x="955675" y="150813"/>
            <a:ext cx="31796038" cy="20415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300">
                <a:solidFill>
                  <a:schemeClr val="tx1"/>
                </a:solidFill>
                <a:latin typeface="Arial" panose="020B0604020202020204" pitchFamily="34" charset="0"/>
                <a:ea typeface="MS PGothic" panose="020B0600070205080204" pitchFamily="34" charset="-128"/>
              </a:defRPr>
            </a:lvl1pPr>
            <a:lvl2pPr marL="742950" indent="-285750">
              <a:defRPr sz="2300">
                <a:solidFill>
                  <a:schemeClr val="tx1"/>
                </a:solidFill>
                <a:latin typeface="Arial" panose="020B0604020202020204" pitchFamily="34" charset="0"/>
                <a:ea typeface="MS PGothic" panose="020B0600070205080204" pitchFamily="34" charset="-128"/>
              </a:defRPr>
            </a:lvl2pPr>
            <a:lvl3pPr marL="1143000" indent="-228600">
              <a:defRPr sz="2300">
                <a:solidFill>
                  <a:schemeClr val="tx1"/>
                </a:solidFill>
                <a:latin typeface="Arial" panose="020B0604020202020204" pitchFamily="34" charset="0"/>
                <a:ea typeface="MS PGothic" panose="020B0600070205080204" pitchFamily="34" charset="-128"/>
              </a:defRPr>
            </a:lvl3pPr>
            <a:lvl4pPr marL="1600200" indent="-228600">
              <a:defRPr sz="2300">
                <a:solidFill>
                  <a:schemeClr val="tx1"/>
                </a:solidFill>
                <a:latin typeface="Arial" panose="020B0604020202020204" pitchFamily="34" charset="0"/>
                <a:ea typeface="MS PGothic" panose="020B0600070205080204" pitchFamily="34" charset="-128"/>
              </a:defRPr>
            </a:lvl4pPr>
            <a:lvl5pPr marL="2057400" indent="-228600">
              <a:defRPr sz="23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3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3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3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300">
                <a:solidFill>
                  <a:schemeClr val="tx1"/>
                </a:solidFill>
                <a:latin typeface="Arial" panose="020B0604020202020204" pitchFamily="34" charset="0"/>
                <a:ea typeface="MS PGothic" panose="020B0600070205080204" pitchFamily="34" charset="-128"/>
              </a:defRPr>
            </a:lvl9pPr>
          </a:lstStyle>
          <a:p>
            <a:pPr>
              <a:lnSpc>
                <a:spcPts val="7600"/>
              </a:lnSpc>
            </a:pPr>
            <a:r>
              <a:rPr lang="en-IE" sz="6600" b="1" dirty="0">
                <a:solidFill>
                  <a:schemeClr val="bg1"/>
                </a:solidFill>
              </a:rPr>
              <a:t>Strategic Insights on SFO Passenger Traffic: </a:t>
            </a:r>
          </a:p>
          <a:p>
            <a:pPr>
              <a:lnSpc>
                <a:spcPts val="7600"/>
              </a:lnSpc>
            </a:pPr>
            <a:r>
              <a:rPr lang="en-IE" sz="6600" b="1" dirty="0">
                <a:solidFill>
                  <a:schemeClr val="bg1"/>
                </a:solidFill>
              </a:rPr>
              <a:t>A Data-Driven </a:t>
            </a:r>
            <a:r>
              <a:rPr lang="en-IE" sz="6600" b="1" dirty="0">
                <a:solidFill>
                  <a:schemeClr val="bg1"/>
                </a:solidFill>
                <a:cs typeface="Arial" panose="020B0604020202020204" pitchFamily="34" charset="0"/>
              </a:rPr>
              <a:t>Analysis</a:t>
            </a:r>
          </a:p>
        </p:txBody>
      </p:sp>
      <p:sp>
        <p:nvSpPr>
          <p:cNvPr id="3093" name="Rectangle 6">
            <a:extLst>
              <a:ext uri="{FF2B5EF4-FFF2-40B4-BE49-F238E27FC236}">
                <a16:creationId xmlns:a16="http://schemas.microsoft.com/office/drawing/2014/main" id="{06458892-4DBF-7195-FF96-C243316AB97C}"/>
              </a:ext>
            </a:extLst>
          </p:cNvPr>
          <p:cNvSpPr>
            <a:spLocks noChangeArrowheads="1"/>
          </p:cNvSpPr>
          <p:nvPr/>
        </p:nvSpPr>
        <p:spPr bwMode="auto">
          <a:xfrm>
            <a:off x="992188" y="2374900"/>
            <a:ext cx="35269487" cy="689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300">
                <a:solidFill>
                  <a:schemeClr val="tx1"/>
                </a:solidFill>
                <a:latin typeface="Arial" panose="020B0604020202020204" pitchFamily="34" charset="0"/>
                <a:ea typeface="MS PGothic" panose="020B0600070205080204" pitchFamily="34" charset="-128"/>
              </a:defRPr>
            </a:lvl1pPr>
            <a:lvl2pPr marL="742950" indent="-285750">
              <a:defRPr sz="2300">
                <a:solidFill>
                  <a:schemeClr val="tx1"/>
                </a:solidFill>
                <a:latin typeface="Arial" panose="020B0604020202020204" pitchFamily="34" charset="0"/>
                <a:ea typeface="MS PGothic" panose="020B0600070205080204" pitchFamily="34" charset="-128"/>
              </a:defRPr>
            </a:lvl2pPr>
            <a:lvl3pPr marL="1143000" indent="-228600">
              <a:defRPr sz="2300">
                <a:solidFill>
                  <a:schemeClr val="tx1"/>
                </a:solidFill>
                <a:latin typeface="Arial" panose="020B0604020202020204" pitchFamily="34" charset="0"/>
                <a:ea typeface="MS PGothic" panose="020B0600070205080204" pitchFamily="34" charset="-128"/>
              </a:defRPr>
            </a:lvl3pPr>
            <a:lvl4pPr marL="1600200" indent="-228600">
              <a:defRPr sz="2300">
                <a:solidFill>
                  <a:schemeClr val="tx1"/>
                </a:solidFill>
                <a:latin typeface="Arial" panose="020B0604020202020204" pitchFamily="34" charset="0"/>
                <a:ea typeface="MS PGothic" panose="020B0600070205080204" pitchFamily="34" charset="-128"/>
              </a:defRPr>
            </a:lvl4pPr>
            <a:lvl5pPr marL="2057400" indent="-228600">
              <a:defRPr sz="23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3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3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3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300">
                <a:solidFill>
                  <a:schemeClr val="tx1"/>
                </a:solidFill>
                <a:latin typeface="Arial" panose="020B0604020202020204" pitchFamily="34" charset="0"/>
                <a:ea typeface="MS PGothic" panose="020B0600070205080204" pitchFamily="34" charset="-128"/>
              </a:defRPr>
            </a:lvl9pPr>
          </a:lstStyle>
          <a:p>
            <a:pPr eaLnBrk="1" hangingPunct="1">
              <a:lnSpc>
                <a:spcPts val="5000"/>
              </a:lnSpc>
            </a:pPr>
            <a:r>
              <a:rPr lang="en-GB" altLang="en-US" sz="4000" b="1" dirty="0">
                <a:solidFill>
                  <a:schemeClr val="bg1"/>
                </a:solidFill>
                <a:cs typeface="Arial" panose="020B0604020202020204" pitchFamily="34" charset="0"/>
              </a:rPr>
              <a:t>Rafael Da Rosa Barp</a:t>
            </a:r>
          </a:p>
        </p:txBody>
      </p:sp>
      <p:sp>
        <p:nvSpPr>
          <p:cNvPr id="3094" name="Rectangle 20">
            <a:extLst>
              <a:ext uri="{FF2B5EF4-FFF2-40B4-BE49-F238E27FC236}">
                <a16:creationId xmlns:a16="http://schemas.microsoft.com/office/drawing/2014/main" id="{EFC9EEF6-A200-03F3-B52E-9652C00BA687}"/>
              </a:ext>
            </a:extLst>
          </p:cNvPr>
          <p:cNvSpPr>
            <a:spLocks noChangeArrowheads="1"/>
          </p:cNvSpPr>
          <p:nvPr/>
        </p:nvSpPr>
        <p:spPr bwMode="auto">
          <a:xfrm>
            <a:off x="974725" y="3211513"/>
            <a:ext cx="9594850" cy="489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300">
                <a:solidFill>
                  <a:schemeClr val="tx1"/>
                </a:solidFill>
                <a:latin typeface="Arial" panose="020B0604020202020204" pitchFamily="34" charset="0"/>
                <a:ea typeface="MS PGothic" panose="020B0600070205080204" pitchFamily="34" charset="-128"/>
              </a:defRPr>
            </a:lvl1pPr>
            <a:lvl2pPr marL="742950" indent="-285750">
              <a:defRPr sz="2300">
                <a:solidFill>
                  <a:schemeClr val="tx1"/>
                </a:solidFill>
                <a:latin typeface="Arial" panose="020B0604020202020204" pitchFamily="34" charset="0"/>
                <a:ea typeface="MS PGothic" panose="020B0600070205080204" pitchFamily="34" charset="-128"/>
              </a:defRPr>
            </a:lvl2pPr>
            <a:lvl3pPr marL="1143000" indent="-228600">
              <a:defRPr sz="2300">
                <a:solidFill>
                  <a:schemeClr val="tx1"/>
                </a:solidFill>
                <a:latin typeface="Arial" panose="020B0604020202020204" pitchFamily="34" charset="0"/>
                <a:ea typeface="MS PGothic" panose="020B0600070205080204" pitchFamily="34" charset="-128"/>
              </a:defRPr>
            </a:lvl3pPr>
            <a:lvl4pPr marL="1600200" indent="-228600">
              <a:defRPr sz="2300">
                <a:solidFill>
                  <a:schemeClr val="tx1"/>
                </a:solidFill>
                <a:latin typeface="Arial" panose="020B0604020202020204" pitchFamily="34" charset="0"/>
                <a:ea typeface="MS PGothic" panose="020B0600070205080204" pitchFamily="34" charset="-128"/>
              </a:defRPr>
            </a:lvl4pPr>
            <a:lvl5pPr marL="2057400" indent="-228600">
              <a:defRPr sz="23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3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3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3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300">
                <a:solidFill>
                  <a:schemeClr val="tx1"/>
                </a:solidFill>
                <a:latin typeface="Arial" panose="020B0604020202020204" pitchFamily="34" charset="0"/>
                <a:ea typeface="MS PGothic" panose="020B0600070205080204" pitchFamily="34" charset="-128"/>
              </a:defRPr>
            </a:lvl9pPr>
          </a:lstStyle>
          <a:p>
            <a:pPr eaLnBrk="1" hangingPunct="1">
              <a:lnSpc>
                <a:spcPts val="3400"/>
              </a:lnSpc>
            </a:pPr>
            <a:r>
              <a:rPr lang="en-IE" sz="2400" dirty="0">
                <a:cs typeface="Arial" panose="020B0604020202020204" pitchFamily="34" charset="0"/>
              </a:rPr>
              <a:t>Level 7 Diploma in Data Analytics for Business</a:t>
            </a:r>
            <a:endParaRPr lang="en-GB" altLang="en-US" sz="2400" dirty="0">
              <a:cs typeface="Arial" panose="020B0604020202020204" pitchFamily="34" charset="0"/>
            </a:endParaRPr>
          </a:p>
        </p:txBody>
      </p:sp>
      <p:pic>
        <p:nvPicPr>
          <p:cNvPr id="3095" name="Picture 3" descr="A blue and black text&#10;&#10;Description automatically generated">
            <a:extLst>
              <a:ext uri="{FF2B5EF4-FFF2-40B4-BE49-F238E27FC236}">
                <a16:creationId xmlns:a16="http://schemas.microsoft.com/office/drawing/2014/main" id="{4CB2ACC4-FABC-237E-0945-EE7AF2FC732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4945638" y="625475"/>
            <a:ext cx="6784975" cy="178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 name="Picture 2" descr="A graph showing the growth of the stock market&#10;&#10;AI-generated content may be incorrect.">
            <a:extLst>
              <a:ext uri="{FF2B5EF4-FFF2-40B4-BE49-F238E27FC236}">
                <a16:creationId xmlns:a16="http://schemas.microsoft.com/office/drawing/2014/main" id="{01FD1AB1-2E5F-C455-234F-2CD9BE521B58}"/>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4638715" y="4190025"/>
            <a:ext cx="12660312" cy="5063442"/>
          </a:xfrm>
          <a:prstGeom prst="rect">
            <a:avLst/>
          </a:prstGeom>
        </p:spPr>
      </p:pic>
      <p:sp>
        <p:nvSpPr>
          <p:cNvPr id="8" name="TextBox 7">
            <a:extLst>
              <a:ext uri="{FF2B5EF4-FFF2-40B4-BE49-F238E27FC236}">
                <a16:creationId xmlns:a16="http://schemas.microsoft.com/office/drawing/2014/main" id="{D639D047-F8EE-8154-C141-673C8759689C}"/>
              </a:ext>
            </a:extLst>
          </p:cNvPr>
          <p:cNvSpPr txBox="1"/>
          <p:nvPr/>
        </p:nvSpPr>
        <p:spPr>
          <a:xfrm>
            <a:off x="14769856" y="9987916"/>
            <a:ext cx="12611099" cy="7148752"/>
          </a:xfrm>
          <a:prstGeom prst="rect">
            <a:avLst/>
          </a:prstGeom>
          <a:noFill/>
        </p:spPr>
        <p:txBody>
          <a:bodyPr wrap="square">
            <a:spAutoFit/>
          </a:bodyPr>
          <a:lstStyle/>
          <a:p>
            <a:pPr algn="just">
              <a:lnSpc>
                <a:spcPct val="115000"/>
              </a:lnSpc>
              <a:spcAft>
                <a:spcPts val="800"/>
              </a:spcAft>
              <a:buNone/>
            </a:pPr>
            <a:r>
              <a:rPr lang="en-IE" sz="3600" b="1" kern="0" dirty="0">
                <a:effectLst/>
                <a:ea typeface="Times New Roman" panose="02020603050405020304" pitchFamily="18" charset="0"/>
                <a:cs typeface="Arial" panose="020B0604020202020204" pitchFamily="34" charset="0"/>
              </a:rPr>
              <a:t>2. Terminal Utilization and the Retail Opportunity</a:t>
            </a:r>
            <a:endParaRPr lang="en-IE" sz="3600" kern="100" dirty="0">
              <a:effectLst/>
              <a:ea typeface="Aptos" panose="020B0004020202020204" pitchFamily="34" charset="0"/>
              <a:cs typeface="Arial" panose="020B0604020202020204" pitchFamily="34" charset="0"/>
            </a:endParaRPr>
          </a:p>
          <a:p>
            <a:pPr algn="just">
              <a:lnSpc>
                <a:spcPct val="115000"/>
              </a:lnSpc>
              <a:spcAft>
                <a:spcPts val="800"/>
              </a:spcAft>
              <a:buNone/>
            </a:pPr>
            <a:r>
              <a:rPr lang="en-IE" sz="3600" kern="0" dirty="0">
                <a:effectLst/>
                <a:ea typeface="Times New Roman" panose="02020603050405020304" pitchFamily="18" charset="0"/>
                <a:cs typeface="Arial" panose="020B0604020202020204" pitchFamily="34" charset="0"/>
              </a:rPr>
              <a:t>A granular analysis of terminal distribution reveals a significant actionable insight regarding non-aeronautical revenue. While international terminals are usually the focus of high-end retail, </a:t>
            </a:r>
            <a:r>
              <a:rPr lang="en-IE" sz="3600" b="1" kern="0" dirty="0">
                <a:effectLst/>
                <a:ea typeface="Times New Roman" panose="02020603050405020304" pitchFamily="18" charset="0"/>
                <a:cs typeface="Arial" panose="020B0604020202020204" pitchFamily="34" charset="0"/>
              </a:rPr>
              <a:t>Terminal 3 handled 50 million passengers</a:t>
            </a:r>
            <a:r>
              <a:rPr lang="en-IE" sz="3600" kern="0" dirty="0">
                <a:effectLst/>
                <a:ea typeface="Times New Roman" panose="02020603050405020304" pitchFamily="18" charset="0"/>
                <a:cs typeface="Arial" panose="020B0604020202020204" pitchFamily="34" charset="0"/>
              </a:rPr>
              <a:t> (96% domestic) in the final two years of this study. This reveals a massive "Retail Gap." Domestic travellers, who represent the vast majority of SFO's traffic and often have long dwell times, are an underserved market for premium Duty-Free and retail concepts, which are currently over-concentrated in international areas.</a:t>
            </a:r>
            <a:endParaRPr lang="en-IE" sz="3600" kern="100" dirty="0">
              <a:effectLst/>
              <a:ea typeface="Aptos" panose="020B0004020202020204" pitchFamily="34" charset="0"/>
              <a:cs typeface="Arial" panose="020B0604020202020204" pitchFamily="34" charset="0"/>
            </a:endParaRPr>
          </a:p>
        </p:txBody>
      </p:sp>
      <p:sp>
        <p:nvSpPr>
          <p:cNvPr id="9" name="Rectangle 8">
            <a:extLst>
              <a:ext uri="{FF2B5EF4-FFF2-40B4-BE49-F238E27FC236}">
                <a16:creationId xmlns:a16="http://schemas.microsoft.com/office/drawing/2014/main" id="{DE77A4ED-07F6-97C2-950D-814C9D43698F}"/>
              </a:ext>
            </a:extLst>
          </p:cNvPr>
          <p:cNvSpPr>
            <a:spLocks noChangeArrowheads="1"/>
          </p:cNvSpPr>
          <p:nvPr/>
        </p:nvSpPr>
        <p:spPr bwMode="auto">
          <a:xfrm>
            <a:off x="14769856" y="4237823"/>
            <a:ext cx="12660312" cy="5219409"/>
          </a:xfrm>
          <a:prstGeom prst="rect">
            <a:avLst/>
          </a:prstGeom>
          <a:noFill/>
          <a:ln w="12700" cap="sq">
            <a:solidFill>
              <a:srgbClr val="006684"/>
            </a:solidFill>
            <a:round/>
            <a:headEnd/>
            <a:tailEnd/>
          </a:ln>
          <a:extLst>
            <a:ext uri="{909E8E84-426E-40DD-AFC4-6F175D3DCCD1}">
              <a14:hiddenFill xmlns:a14="http://schemas.microsoft.com/office/drawing/2010/main">
                <a:solidFill>
                  <a:srgbClr val="FFFFFF"/>
                </a:solidFill>
              </a14:hiddenFill>
            </a:ext>
          </a:extLst>
        </p:spPr>
        <p:txBody>
          <a:bodyPr anchor="ctr"/>
          <a:lstStyle>
            <a:lvl1pPr>
              <a:defRPr sz="2300">
                <a:solidFill>
                  <a:schemeClr val="tx1"/>
                </a:solidFill>
                <a:latin typeface="Arial" panose="020B0604020202020204" pitchFamily="34" charset="0"/>
                <a:ea typeface="MS PGothic" panose="020B0600070205080204" pitchFamily="34" charset="-128"/>
              </a:defRPr>
            </a:lvl1pPr>
            <a:lvl2pPr marL="742950" indent="-285750">
              <a:defRPr sz="2300">
                <a:solidFill>
                  <a:schemeClr val="tx1"/>
                </a:solidFill>
                <a:latin typeface="Arial" panose="020B0604020202020204" pitchFamily="34" charset="0"/>
                <a:ea typeface="MS PGothic" panose="020B0600070205080204" pitchFamily="34" charset="-128"/>
              </a:defRPr>
            </a:lvl2pPr>
            <a:lvl3pPr marL="1143000" indent="-228600">
              <a:defRPr sz="2300">
                <a:solidFill>
                  <a:schemeClr val="tx1"/>
                </a:solidFill>
                <a:latin typeface="Arial" panose="020B0604020202020204" pitchFamily="34" charset="0"/>
                <a:ea typeface="MS PGothic" panose="020B0600070205080204" pitchFamily="34" charset="-128"/>
              </a:defRPr>
            </a:lvl3pPr>
            <a:lvl4pPr marL="1600200" indent="-228600">
              <a:defRPr sz="2300">
                <a:solidFill>
                  <a:schemeClr val="tx1"/>
                </a:solidFill>
                <a:latin typeface="Arial" panose="020B0604020202020204" pitchFamily="34" charset="0"/>
                <a:ea typeface="MS PGothic" panose="020B0600070205080204" pitchFamily="34" charset="-128"/>
              </a:defRPr>
            </a:lvl4pPr>
            <a:lvl5pPr marL="2057400" indent="-228600">
              <a:defRPr sz="23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3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3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3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300">
                <a:solidFill>
                  <a:schemeClr val="tx1"/>
                </a:solidFill>
                <a:latin typeface="Arial" panose="020B0604020202020204" pitchFamily="34" charset="0"/>
                <a:ea typeface="MS PGothic" panose="020B0600070205080204" pitchFamily="34" charset="-128"/>
              </a:defRPr>
            </a:lvl9pPr>
          </a:lstStyle>
          <a:p>
            <a:pPr algn="ctr"/>
            <a:endParaRPr lang="en-US" altLang="en-US" sz="6600" b="1">
              <a:solidFill>
                <a:srgbClr val="006684"/>
              </a:solidFill>
              <a:cs typeface="Arial" panose="020B0604020202020204" pitchFamily="34" charset="0"/>
            </a:endParaRPr>
          </a:p>
        </p:txBody>
      </p:sp>
      <p:pic>
        <p:nvPicPr>
          <p:cNvPr id="11" name="Picture 10" descr="A graph of different colored bars&#10;&#10;AI-generated content may be incorrect.">
            <a:extLst>
              <a:ext uri="{FF2B5EF4-FFF2-40B4-BE49-F238E27FC236}">
                <a16:creationId xmlns:a16="http://schemas.microsoft.com/office/drawing/2014/main" id="{C6671BE9-527F-5500-FCAC-5C99189AB54C}"/>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4812542" y="17200523"/>
            <a:ext cx="8661092" cy="6746965"/>
          </a:xfrm>
          <a:prstGeom prst="rect">
            <a:avLst/>
          </a:prstGeom>
        </p:spPr>
      </p:pic>
      <p:pic>
        <p:nvPicPr>
          <p:cNvPr id="13" name="Picture 12" descr="A close up of words&#10;&#10;AI-generated content may be incorrect.">
            <a:extLst>
              <a:ext uri="{FF2B5EF4-FFF2-40B4-BE49-F238E27FC236}">
                <a16:creationId xmlns:a16="http://schemas.microsoft.com/office/drawing/2014/main" id="{8311C497-EFF9-283C-BE69-1B4C43ECDD21}"/>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23791340" y="17298560"/>
            <a:ext cx="3323154" cy="1602787"/>
          </a:xfrm>
          <a:prstGeom prst="rect">
            <a:avLst/>
          </a:prstGeom>
        </p:spPr>
      </p:pic>
      <p:sp>
        <p:nvSpPr>
          <p:cNvPr id="15" name="TextBox 14">
            <a:extLst>
              <a:ext uri="{FF2B5EF4-FFF2-40B4-BE49-F238E27FC236}">
                <a16:creationId xmlns:a16="http://schemas.microsoft.com/office/drawing/2014/main" id="{9119F495-E79E-8A47-9862-5B6D241C0C3A}"/>
              </a:ext>
            </a:extLst>
          </p:cNvPr>
          <p:cNvSpPr txBox="1"/>
          <p:nvPr/>
        </p:nvSpPr>
        <p:spPr>
          <a:xfrm>
            <a:off x="14769856" y="24208774"/>
            <a:ext cx="10907334" cy="508601"/>
          </a:xfrm>
          <a:prstGeom prst="rect">
            <a:avLst/>
          </a:prstGeom>
          <a:noFill/>
        </p:spPr>
        <p:txBody>
          <a:bodyPr wrap="square" rtlCol="0">
            <a:spAutoFit/>
          </a:bodyPr>
          <a:lstStyle/>
          <a:p>
            <a:pPr>
              <a:lnSpc>
                <a:spcPts val="3600"/>
              </a:lnSpc>
            </a:pPr>
            <a:r>
              <a:rPr lang="en-US" sz="2400" b="1" dirty="0"/>
              <a:t>Fig. 2 </a:t>
            </a:r>
            <a:r>
              <a:rPr lang="en-IE" sz="2400" dirty="0"/>
              <a:t>Passenger Count by Terminal</a:t>
            </a:r>
            <a:r>
              <a:rPr lang="en-IE" sz="2400" dirty="0">
                <a:effectLst/>
              </a:rPr>
              <a:t> over last 2yrs.</a:t>
            </a:r>
            <a:endParaRPr lang="en-US" sz="2400" dirty="0"/>
          </a:p>
        </p:txBody>
      </p:sp>
      <p:sp>
        <p:nvSpPr>
          <p:cNvPr id="16" name="TextBox 15">
            <a:extLst>
              <a:ext uri="{FF2B5EF4-FFF2-40B4-BE49-F238E27FC236}">
                <a16:creationId xmlns:a16="http://schemas.microsoft.com/office/drawing/2014/main" id="{C7D4972E-542B-D690-DDF4-DE15F0906D7E}"/>
              </a:ext>
            </a:extLst>
          </p:cNvPr>
          <p:cNvSpPr txBox="1"/>
          <p:nvPr/>
        </p:nvSpPr>
        <p:spPr>
          <a:xfrm>
            <a:off x="14706355" y="24753888"/>
            <a:ext cx="12787313" cy="2601931"/>
          </a:xfrm>
          <a:prstGeom prst="rect">
            <a:avLst/>
          </a:prstGeom>
          <a:noFill/>
        </p:spPr>
        <p:txBody>
          <a:bodyPr wrap="square" rtlCol="0">
            <a:spAutoFit/>
          </a:bodyPr>
          <a:lstStyle/>
          <a:p>
            <a:pPr algn="just">
              <a:lnSpc>
                <a:spcPts val="5000"/>
              </a:lnSpc>
            </a:pPr>
            <a:r>
              <a:rPr lang="en-IE" sz="3600" b="1" dirty="0">
                <a:cs typeface="Arial" panose="020B0604020202020204" pitchFamily="34" charset="0"/>
              </a:rPr>
              <a:t>3. Strengthening SFO as a Strategic Transfer Hub</a:t>
            </a:r>
            <a:endParaRPr lang="en-IE" sz="3600" dirty="0">
              <a:cs typeface="Arial" panose="020B0604020202020204" pitchFamily="34" charset="0"/>
            </a:endParaRPr>
          </a:p>
          <a:p>
            <a:pPr algn="just">
              <a:lnSpc>
                <a:spcPts val="5000"/>
              </a:lnSpc>
            </a:pPr>
            <a:r>
              <a:rPr lang="en-IE" sz="3600" dirty="0">
                <a:cs typeface="Arial" panose="020B0604020202020204" pitchFamily="34" charset="0"/>
              </a:rPr>
              <a:t>Beyond domestic dominance, SFO’s geographic location offers a unique opportunity to become a premier "Transfer Hub" between the Asia-Pacific region</a:t>
            </a:r>
            <a:endParaRPr lang="en-US" sz="3600" dirty="0">
              <a:cs typeface="Arial" panose="020B0604020202020204" pitchFamily="34" charset="0"/>
            </a:endParaRPr>
          </a:p>
        </p:txBody>
      </p:sp>
      <p:sp>
        <p:nvSpPr>
          <p:cNvPr id="17" name="TextBox 16">
            <a:extLst>
              <a:ext uri="{FF2B5EF4-FFF2-40B4-BE49-F238E27FC236}">
                <a16:creationId xmlns:a16="http://schemas.microsoft.com/office/drawing/2014/main" id="{40209711-3D18-711F-380D-4DDE1D73C5A1}"/>
              </a:ext>
            </a:extLst>
          </p:cNvPr>
          <p:cNvSpPr txBox="1"/>
          <p:nvPr/>
        </p:nvSpPr>
        <p:spPr>
          <a:xfrm>
            <a:off x="28591629" y="3978717"/>
            <a:ext cx="13190247" cy="4525470"/>
          </a:xfrm>
          <a:prstGeom prst="rect">
            <a:avLst/>
          </a:prstGeom>
          <a:noFill/>
        </p:spPr>
        <p:txBody>
          <a:bodyPr wrap="square" rtlCol="0">
            <a:spAutoFit/>
          </a:bodyPr>
          <a:lstStyle/>
          <a:p>
            <a:pPr algn="just">
              <a:lnSpc>
                <a:spcPts val="5000"/>
              </a:lnSpc>
            </a:pPr>
            <a:r>
              <a:rPr lang="en-IE" sz="3600" dirty="0">
                <a:cs typeface="Arial" panose="020B0604020202020204" pitchFamily="34" charset="0"/>
              </a:rPr>
              <a:t>and the US East Coast. By analysing the market segment distribution, it is clear that while domestic flights are the backbone of the operation, increasing international transit partnerships could significantly boost profitability. Strengthening ties with transpacific carriers would not only increase passenger numbers but also maximize Duty-Free profits, positioning SFO as a vital bridge in global aviation.</a:t>
            </a:r>
          </a:p>
        </p:txBody>
      </p:sp>
      <p:sp>
        <p:nvSpPr>
          <p:cNvPr id="18" name="Rectangle 17">
            <a:extLst>
              <a:ext uri="{FF2B5EF4-FFF2-40B4-BE49-F238E27FC236}">
                <a16:creationId xmlns:a16="http://schemas.microsoft.com/office/drawing/2014/main" id="{EF92D96D-0183-96D9-AA89-61F34C422FE1}"/>
              </a:ext>
            </a:extLst>
          </p:cNvPr>
          <p:cNvSpPr>
            <a:spLocks noChangeArrowheads="1"/>
          </p:cNvSpPr>
          <p:nvPr/>
        </p:nvSpPr>
        <p:spPr bwMode="auto">
          <a:xfrm>
            <a:off x="28633553" y="8669006"/>
            <a:ext cx="12660312" cy="6347085"/>
          </a:xfrm>
          <a:prstGeom prst="rect">
            <a:avLst/>
          </a:prstGeom>
          <a:noFill/>
          <a:ln w="12700" cap="sq">
            <a:solidFill>
              <a:srgbClr val="006684"/>
            </a:solidFill>
            <a:round/>
            <a:headEnd/>
            <a:tailEnd/>
          </a:ln>
          <a:extLst>
            <a:ext uri="{909E8E84-426E-40DD-AFC4-6F175D3DCCD1}">
              <a14:hiddenFill xmlns:a14="http://schemas.microsoft.com/office/drawing/2010/main">
                <a:solidFill>
                  <a:srgbClr val="FFFFFF"/>
                </a:solidFill>
              </a14:hiddenFill>
            </a:ext>
          </a:extLst>
        </p:spPr>
        <p:txBody>
          <a:bodyPr anchor="ctr"/>
          <a:lstStyle>
            <a:lvl1pPr>
              <a:defRPr sz="2300">
                <a:solidFill>
                  <a:schemeClr val="tx1"/>
                </a:solidFill>
                <a:latin typeface="Arial" panose="020B0604020202020204" pitchFamily="34" charset="0"/>
                <a:ea typeface="MS PGothic" panose="020B0600070205080204" pitchFamily="34" charset="-128"/>
              </a:defRPr>
            </a:lvl1pPr>
            <a:lvl2pPr marL="742950" indent="-285750">
              <a:defRPr sz="2300">
                <a:solidFill>
                  <a:schemeClr val="tx1"/>
                </a:solidFill>
                <a:latin typeface="Arial" panose="020B0604020202020204" pitchFamily="34" charset="0"/>
                <a:ea typeface="MS PGothic" panose="020B0600070205080204" pitchFamily="34" charset="-128"/>
              </a:defRPr>
            </a:lvl2pPr>
            <a:lvl3pPr marL="1143000" indent="-228600">
              <a:defRPr sz="2300">
                <a:solidFill>
                  <a:schemeClr val="tx1"/>
                </a:solidFill>
                <a:latin typeface="Arial" panose="020B0604020202020204" pitchFamily="34" charset="0"/>
                <a:ea typeface="MS PGothic" panose="020B0600070205080204" pitchFamily="34" charset="-128"/>
              </a:defRPr>
            </a:lvl3pPr>
            <a:lvl4pPr marL="1600200" indent="-228600">
              <a:defRPr sz="2300">
                <a:solidFill>
                  <a:schemeClr val="tx1"/>
                </a:solidFill>
                <a:latin typeface="Arial" panose="020B0604020202020204" pitchFamily="34" charset="0"/>
                <a:ea typeface="MS PGothic" panose="020B0600070205080204" pitchFamily="34" charset="-128"/>
              </a:defRPr>
            </a:lvl4pPr>
            <a:lvl5pPr marL="2057400" indent="-228600">
              <a:defRPr sz="23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3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3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3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300">
                <a:solidFill>
                  <a:schemeClr val="tx1"/>
                </a:solidFill>
                <a:latin typeface="Arial" panose="020B0604020202020204" pitchFamily="34" charset="0"/>
                <a:ea typeface="MS PGothic" panose="020B0600070205080204" pitchFamily="34" charset="-128"/>
              </a:defRPr>
            </a:lvl9pPr>
          </a:lstStyle>
          <a:p>
            <a:pPr algn="ctr"/>
            <a:endParaRPr lang="en-US" altLang="en-US" sz="6600" b="1">
              <a:solidFill>
                <a:srgbClr val="006684"/>
              </a:solidFill>
              <a:cs typeface="Arial" panose="020B0604020202020204" pitchFamily="34" charset="0"/>
            </a:endParaRPr>
          </a:p>
        </p:txBody>
      </p:sp>
      <p:pic>
        <p:nvPicPr>
          <p:cNvPr id="20" name="Picture 19" descr="A screenshot of a graph&#10;&#10;AI-generated content may be incorrect.">
            <a:extLst>
              <a:ext uri="{FF2B5EF4-FFF2-40B4-BE49-F238E27FC236}">
                <a16:creationId xmlns:a16="http://schemas.microsoft.com/office/drawing/2014/main" id="{DF3E80DB-5A24-708B-31E3-4A826282BBBE}"/>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28640842" y="8696280"/>
            <a:ext cx="9680384" cy="6294715"/>
          </a:xfrm>
          <a:prstGeom prst="rect">
            <a:avLst/>
          </a:prstGeom>
        </p:spPr>
      </p:pic>
      <p:pic>
        <p:nvPicPr>
          <p:cNvPr id="22" name="Picture 21" descr="A blue bar with black text&#10;&#10;AI-generated content may be incorrect.">
            <a:extLst>
              <a:ext uri="{FF2B5EF4-FFF2-40B4-BE49-F238E27FC236}">
                <a16:creationId xmlns:a16="http://schemas.microsoft.com/office/drawing/2014/main" id="{23D9C205-4AC8-EEBD-BA87-6569B6D4DDA7}"/>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38524496" y="8834559"/>
            <a:ext cx="2566098" cy="1198638"/>
          </a:xfrm>
          <a:prstGeom prst="rect">
            <a:avLst/>
          </a:prstGeom>
        </p:spPr>
      </p:pic>
      <p:sp>
        <p:nvSpPr>
          <p:cNvPr id="23" name="TextBox 22">
            <a:extLst>
              <a:ext uri="{FF2B5EF4-FFF2-40B4-BE49-F238E27FC236}">
                <a16:creationId xmlns:a16="http://schemas.microsoft.com/office/drawing/2014/main" id="{8295D17E-6C87-7158-7D26-2285060EB51C}"/>
              </a:ext>
            </a:extLst>
          </p:cNvPr>
          <p:cNvSpPr txBox="1"/>
          <p:nvPr/>
        </p:nvSpPr>
        <p:spPr>
          <a:xfrm>
            <a:off x="28627678" y="15108686"/>
            <a:ext cx="9282817" cy="508601"/>
          </a:xfrm>
          <a:prstGeom prst="rect">
            <a:avLst/>
          </a:prstGeom>
          <a:noFill/>
        </p:spPr>
        <p:txBody>
          <a:bodyPr wrap="square" rtlCol="0">
            <a:spAutoFit/>
          </a:bodyPr>
          <a:lstStyle/>
          <a:p>
            <a:pPr>
              <a:lnSpc>
                <a:spcPts val="3600"/>
              </a:lnSpc>
            </a:pPr>
            <a:r>
              <a:rPr lang="en-IE" sz="2400" b="1" dirty="0">
                <a:cs typeface="Arial" panose="020B0604020202020204" pitchFamily="34" charset="0"/>
              </a:rPr>
              <a:t>Fig. 3 </a:t>
            </a:r>
            <a:r>
              <a:rPr lang="en-IE" sz="2400" dirty="0">
                <a:cs typeface="Arial" panose="020B0604020202020204" pitchFamily="34" charset="0"/>
              </a:rPr>
              <a:t>Distribution of Passengers by Market Segment/Region</a:t>
            </a:r>
            <a:r>
              <a:rPr lang="en-IE" sz="2400" dirty="0">
                <a:effectLst/>
                <a:cs typeface="Arial" panose="020B0604020202020204" pitchFamily="34" charset="0"/>
              </a:rPr>
              <a:t> </a:t>
            </a:r>
            <a:endParaRPr lang="en-US" sz="2400" dirty="0">
              <a:cs typeface="Arial" panose="020B0604020202020204" pitchFamily="34" charset="0"/>
            </a:endParaRPr>
          </a:p>
        </p:txBody>
      </p:sp>
    </p:spTree>
  </p:cSld>
  <p:clrMapOvr>
    <a:masterClrMapping/>
  </p:clrMapOvr>
</p:sld>
</file>

<file path=ppt/theme/theme1.xml><?xml version="1.0" encoding="utf-8"?>
<a:theme xmlns:a="http://schemas.openxmlformats.org/drawingml/2006/main" name="Default Design">
  <a:themeElements>
    <a:clrScheme name="Custom 1">
      <a:dk1>
        <a:srgbClr val="000000"/>
      </a:dk1>
      <a:lt1>
        <a:srgbClr val="FFFFFF"/>
      </a:lt1>
      <a:dk2>
        <a:srgbClr val="000000"/>
      </a:dk2>
      <a:lt2>
        <a:srgbClr val="808080"/>
      </a:lt2>
      <a:accent1>
        <a:srgbClr val="D11242"/>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Default Design">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rgbClr val="004C67"/>
        </a:solidFill>
        <a:ln w="76200" cap="sq">
          <a:solidFill>
            <a:srgbClr val="969696"/>
          </a:solidFill>
          <a:round/>
          <a:headEnd/>
          <a:tailEnd/>
        </a:ln>
      </a:spPr>
      <a:bodyPr anchor="ctr"/>
      <a:lstStyle>
        <a:defPPr>
          <a:defRPr sz="6600" b="1" dirty="0">
            <a:solidFill>
              <a:schemeClr val="bg1"/>
            </a:solidFill>
            <a:ea typeface="Verdana" pitchFamily="34" charset="0"/>
            <a:cs typeface="Arial" charset="0"/>
          </a:defRPr>
        </a:defPPr>
      </a:lstStyle>
    </a:spDef>
    <a:lnDef>
      <a:spPr bwMode="auto">
        <a:solidFill>
          <a:schemeClr val="accent1"/>
        </a:solidFill>
        <a:ln w="57150" cap="flat" cmpd="sng" algn="ctr">
          <a:solidFill>
            <a:schemeClr val="tx1"/>
          </a:solidFill>
          <a:prstDash val="solid"/>
          <a:round/>
          <a:headEnd type="none" w="med" len="med"/>
          <a:tailEnd type="none" w="med" len="med"/>
        </a:ln>
        <a:effectLst/>
      </a:spPr>
      <a:bodyPr/>
      <a:lstStyle/>
    </a:lnDef>
  </a:objectDefaults>
  <a:extraClrSchemeLst>
    <a:extraClrScheme>
      <a:clrScheme name="Default Design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Default Desig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Default Desig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18520</TotalTime>
  <Words>754</Words>
  <Application>Microsoft Macintosh PowerPoint</Application>
  <PresentationFormat>Custom</PresentationFormat>
  <Paragraphs>36</Paragraphs>
  <Slides>1</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vt:i4>
      </vt:variant>
    </vt:vector>
  </HeadingPairs>
  <TitlesOfParts>
    <vt:vector size="6" baseType="lpstr">
      <vt:lpstr>Aptos</vt:lpstr>
      <vt:lpstr>Arial</vt:lpstr>
      <vt:lpstr>Calibri</vt:lpstr>
      <vt:lpstr>Times New Roman</vt:lpstr>
      <vt:lpstr>Default Design</vt:lpstr>
      <vt:lpstr>PowerPoint Presentation</vt:lpstr>
    </vt:vector>
  </TitlesOfParts>
  <Company>University of Cambridge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Anne Koerber</dc:creator>
  <cp:lastModifiedBy>Rafael Da Rosa Barp</cp:lastModifiedBy>
  <cp:revision>575</cp:revision>
  <cp:lastPrinted>2014-07-25T14:09:17Z</cp:lastPrinted>
  <dcterms:created xsi:type="dcterms:W3CDTF">2000-02-09T12:19:10Z</dcterms:created>
  <dcterms:modified xsi:type="dcterms:W3CDTF">2026-02-28T17:58:49Z</dcterms:modified>
</cp:coreProperties>
</file>